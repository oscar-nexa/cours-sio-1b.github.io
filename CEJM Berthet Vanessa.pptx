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1"/>
  </p:notesMasterIdLst>
  <p:handoutMasterIdLst>
    <p:handoutMasterId r:id="rId12"/>
  </p:handoutMasterIdLst>
  <p:sldIdLst>
    <p:sldId id="276" r:id="rId2"/>
    <p:sldId id="258" r:id="rId3"/>
    <p:sldId id="259" r:id="rId4"/>
    <p:sldId id="319" r:id="rId5"/>
    <p:sldId id="320" r:id="rId6"/>
    <p:sldId id="321" r:id="rId7"/>
    <p:sldId id="322" r:id="rId8"/>
    <p:sldId id="323" r:id="rId9"/>
    <p:sldId id="32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harina  BALTYDE" initials="KB" lastIdx="1" clrIdx="0">
    <p:extLst>
      <p:ext uri="{19B8F6BF-5375-455C-9EA6-DF929625EA0E}">
        <p15:presenceInfo xmlns:p15="http://schemas.microsoft.com/office/powerpoint/2012/main" userId="S::k.baltyde@doranco.fr::781f9735-3bb0-455d-a876-42e7496a57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BEB"/>
    <a:srgbClr val="101024"/>
    <a:srgbClr val="C2211D"/>
    <a:srgbClr val="FFF3EB"/>
    <a:srgbClr val="E9E9E9"/>
    <a:srgbClr val="800000"/>
    <a:srgbClr val="D6C5B2"/>
    <a:srgbClr val="231F20"/>
    <a:srgbClr val="FFFFFF"/>
    <a:srgbClr val="DCCE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5540A-F7E8-4E74-9871-185365600EC1}" v="3" dt="2026-09-02T08:01:34.8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1" autoAdjust="0"/>
    <p:restoredTop sz="94660"/>
  </p:normalViewPr>
  <p:slideViewPr>
    <p:cSldViewPr snapToGrid="0">
      <p:cViewPr varScale="1">
        <p:scale>
          <a:sx n="86" d="100"/>
          <a:sy n="86" d="100"/>
        </p:scale>
        <p:origin x="1392"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33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essa berthet" userId="ae7608aef904469d" providerId="LiveId" clId="{67D84079-C51E-4D27-9B99-D92A30A14498}"/>
    <pc:docChg chg="modSld">
      <pc:chgData name="vanessa berthet" userId="ae7608aef904469d" providerId="LiveId" clId="{67D84079-C51E-4D27-9B99-D92A30A14498}" dt="2026-09-02T08:01:37.770" v="12"/>
      <pc:docMkLst>
        <pc:docMk/>
      </pc:docMkLst>
      <pc:sldChg chg="addSp delSp modSp mod">
        <pc:chgData name="vanessa berthet" userId="ae7608aef904469d" providerId="LiveId" clId="{67D84079-C51E-4D27-9B99-D92A30A14498}" dt="2026-09-02T08:01:37.770" v="12"/>
        <pc:sldMkLst>
          <pc:docMk/>
          <pc:sldMk cId="499355583" sldId="276"/>
        </pc:sldMkLst>
        <pc:spChg chg="add del mod">
          <ac:chgData name="vanessa berthet" userId="ae7608aef904469d" providerId="LiveId" clId="{67D84079-C51E-4D27-9B99-D92A30A14498}" dt="2026-09-02T08:01:32.770" v="6"/>
          <ac:spMkLst>
            <pc:docMk/>
            <pc:sldMk cId="499355583" sldId="276"/>
            <ac:spMk id="7" creationId="{D4DAB0CE-851A-943B-5CB4-B0CF2D0E2B7A}"/>
          </ac:spMkLst>
        </pc:spChg>
        <pc:spChg chg="add del mod">
          <ac:chgData name="vanessa berthet" userId="ae7608aef904469d" providerId="LiveId" clId="{67D84079-C51E-4D27-9B99-D92A30A14498}" dt="2026-09-02T08:01:34.630" v="9"/>
          <ac:spMkLst>
            <pc:docMk/>
            <pc:sldMk cId="499355583" sldId="276"/>
            <ac:spMk id="8" creationId="{3F8F96C7-393A-81A1-DBF1-B8C0ECD4E0A0}"/>
          </ac:spMkLst>
        </pc:spChg>
        <pc:spChg chg="add del mod">
          <ac:chgData name="vanessa berthet" userId="ae7608aef904469d" providerId="LiveId" clId="{67D84079-C51E-4D27-9B99-D92A30A14498}" dt="2026-09-02T08:01:37.770" v="12"/>
          <ac:spMkLst>
            <pc:docMk/>
            <pc:sldMk cId="499355583" sldId="276"/>
            <ac:spMk id="9" creationId="{7B1E2702-964C-A430-1BDB-A00FC0EAA72F}"/>
          </ac:spMkLst>
        </pc:spChg>
        <pc:picChg chg="add mod">
          <ac:chgData name="vanessa berthet" userId="ae7608aef904469d" providerId="LiveId" clId="{67D84079-C51E-4D27-9B99-D92A30A14498}" dt="2026-09-02T08:01:26.836" v="3" actId="14100"/>
          <ac:picMkLst>
            <pc:docMk/>
            <pc:sldMk cId="499355583" sldId="276"/>
            <ac:picMk id="6" creationId="{9035E5DA-21CA-9C18-626C-8F35A61F468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C3307-7AA5-48E3-89CF-82AB2198ED2F}" type="datetimeFigureOut">
              <a:rPr lang="fr-FR" smtClean="0"/>
              <a:t>02/09/2026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0F2F09-1BB3-4A46-864D-7FFA83F15FED}" type="slidenum">
              <a:rPr lang="fr-FR" smtClean="0"/>
              <a:t>‹N°›</a:t>
            </a:fld>
            <a:endParaRPr lang="fr-FR"/>
          </a:p>
        </p:txBody>
      </p:sp>
    </p:spTree>
    <p:extLst>
      <p:ext uri="{BB962C8B-B14F-4D97-AF65-F5344CB8AC3E}">
        <p14:creationId xmlns:p14="http://schemas.microsoft.com/office/powerpoint/2010/main" val="2186066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C6C4B9-5239-4CED-B6A3-49F620AFA3FF}" type="datetimeFigureOut">
              <a:rPr lang="fr-FR" smtClean="0"/>
              <a:t>02/09/2026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D1657-F162-4519-9D3E-B23759AA05D9}" type="slidenum">
              <a:rPr lang="fr-FR" smtClean="0"/>
              <a:t>‹N°›</a:t>
            </a:fld>
            <a:endParaRPr lang="fr-FR"/>
          </a:p>
        </p:txBody>
      </p:sp>
    </p:spTree>
    <p:extLst>
      <p:ext uri="{BB962C8B-B14F-4D97-AF65-F5344CB8AC3E}">
        <p14:creationId xmlns:p14="http://schemas.microsoft.com/office/powerpoint/2010/main" val="1989950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27" name="Rectangle 26"/>
          <p:cNvSpPr/>
          <p:nvPr userDrawn="1"/>
        </p:nvSpPr>
        <p:spPr>
          <a:xfrm>
            <a:off x="0" y="-3044"/>
            <a:ext cx="4898292" cy="224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Titre 1">
            <a:extLst>
              <a:ext uri="{FF2B5EF4-FFF2-40B4-BE49-F238E27FC236}">
                <a16:creationId xmlns:a16="http://schemas.microsoft.com/office/drawing/2014/main" id="{1527E01C-0458-2B28-7A1A-8F7EB13DF8C3}"/>
              </a:ext>
            </a:extLst>
          </p:cNvPr>
          <p:cNvSpPr txBox="1">
            <a:spLocks/>
          </p:cNvSpPr>
          <p:nvPr userDrawn="1"/>
        </p:nvSpPr>
        <p:spPr>
          <a:xfrm>
            <a:off x="0" y="183980"/>
            <a:ext cx="9144000" cy="945165"/>
          </a:xfrm>
          <a:prstGeom prst="rect">
            <a:avLst/>
          </a:prstGeom>
          <a:solidFill>
            <a:schemeClr val="bg1">
              <a:alpha val="41000"/>
            </a:schemeClr>
          </a:solidFill>
        </p:spPr>
        <p:txBody>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lnSpc>
                <a:spcPct val="115000"/>
              </a:lnSpc>
              <a:buClr>
                <a:srgbClr val="1D1D1B"/>
              </a:buClr>
              <a:buSzPct val="100000"/>
            </a:pPr>
            <a:br>
              <a:rPr lang="fr-FR" sz="1800" dirty="0">
                <a:solidFill>
                  <a:srgbClr val="1D1D1B"/>
                </a:solidFill>
              </a:rPr>
            </a:br>
            <a:r>
              <a:rPr lang="fr-FR" sz="2800" dirty="0">
                <a:solidFill>
                  <a:srgbClr val="231F20"/>
                </a:solidFill>
              </a:rPr>
              <a:t>CONSIGNES</a:t>
            </a:r>
            <a:r>
              <a:rPr lang="fr-FR" sz="2800" baseline="0" dirty="0">
                <a:solidFill>
                  <a:srgbClr val="231F20"/>
                </a:solidFill>
              </a:rPr>
              <a:t> </a:t>
            </a:r>
            <a:r>
              <a:rPr lang="fr-FR" sz="2800" dirty="0">
                <a:solidFill>
                  <a:srgbClr val="231F20"/>
                </a:solidFill>
              </a:rPr>
              <a:t>POUR LE FORMATEUR</a:t>
            </a:r>
            <a:br>
              <a:rPr lang="fr-FR" sz="1800" dirty="0">
                <a:solidFill>
                  <a:srgbClr val="1D1D1B"/>
                </a:solidFill>
              </a:rPr>
            </a:br>
            <a:endParaRPr lang="fr-FR" sz="1800" dirty="0">
              <a:solidFill>
                <a:srgbClr val="1D1D1B"/>
              </a:solidFill>
            </a:endParaRPr>
          </a:p>
        </p:txBody>
      </p:sp>
      <p:sp>
        <p:nvSpPr>
          <p:cNvPr id="13" name="Sous-titre 2">
            <a:extLst>
              <a:ext uri="{FF2B5EF4-FFF2-40B4-BE49-F238E27FC236}">
                <a16:creationId xmlns:a16="http://schemas.microsoft.com/office/drawing/2014/main" id="{8F746327-DEE3-50FF-BA47-693C48FC20D1}"/>
              </a:ext>
            </a:extLst>
          </p:cNvPr>
          <p:cNvSpPr txBox="1">
            <a:spLocks/>
          </p:cNvSpPr>
          <p:nvPr userDrawn="1"/>
        </p:nvSpPr>
        <p:spPr>
          <a:xfrm>
            <a:off x="421106" y="1212273"/>
            <a:ext cx="8289758" cy="521259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gn="l">
              <a:buFont typeface="+mj-lt"/>
              <a:buAutoNum type="arabicPeriod"/>
            </a:pPr>
            <a:endParaRPr lang="fr-FR" sz="800" dirty="0">
              <a:solidFill>
                <a:schemeClr val="tx1">
                  <a:lumMod val="85000"/>
                  <a:lumOff val="15000"/>
                </a:schemeClr>
              </a:solidFill>
            </a:endParaRPr>
          </a:p>
          <a:p>
            <a:pPr marL="0" indent="0" algn="l">
              <a:buFont typeface="+mj-lt"/>
              <a:buNone/>
            </a:pPr>
            <a:r>
              <a:rPr lang="fr-FR" sz="1200" dirty="0">
                <a:solidFill>
                  <a:schemeClr val="tx1">
                    <a:lumMod val="85000"/>
                    <a:lumOff val="15000"/>
                  </a:schemeClr>
                </a:solidFill>
              </a:rPr>
              <a:t>EN DÉBUT DE COURS</a:t>
            </a:r>
          </a:p>
          <a:p>
            <a:pPr marL="228600" marR="0" lvl="0" indent="-228600" algn="l" defTabSz="914400" rtl="0" eaLnBrk="1" fontAlgn="auto" latinLnBrk="0" hangingPunct="1">
              <a:lnSpc>
                <a:spcPct val="90000"/>
              </a:lnSpc>
              <a:spcBef>
                <a:spcPts val="1000"/>
              </a:spcBef>
              <a:spcAft>
                <a:spcPts val="0"/>
              </a:spcAft>
              <a:buClrTx/>
              <a:buSzTx/>
              <a:buFont typeface="+mj-lt"/>
              <a:buAutoNum type="arabicPeriod"/>
              <a:tabLst/>
              <a:defRPr/>
            </a:pPr>
            <a:r>
              <a:rPr lang="fr-FR" sz="1200" dirty="0">
                <a:solidFill>
                  <a:schemeClr val="tx1">
                    <a:lumMod val="85000"/>
                    <a:lumOff val="15000"/>
                  </a:schemeClr>
                </a:solidFill>
              </a:rPr>
              <a:t>Réaliser un tour de table pour comprendre les parcours de chaque stagiaire</a:t>
            </a:r>
          </a:p>
          <a:p>
            <a:pPr marL="228600" indent="-228600" algn="l">
              <a:buFont typeface="+mj-lt"/>
              <a:buAutoNum type="arabicPeriod"/>
            </a:pPr>
            <a:r>
              <a:rPr lang="fr-FR" sz="1200" dirty="0">
                <a:solidFill>
                  <a:schemeClr val="tx1">
                    <a:lumMod val="85000"/>
                    <a:lumOff val="15000"/>
                  </a:schemeClr>
                </a:solidFill>
              </a:rPr>
              <a:t>Remettre</a:t>
            </a:r>
            <a:r>
              <a:rPr lang="fr-FR" sz="1200" baseline="0" dirty="0">
                <a:solidFill>
                  <a:schemeClr val="tx1">
                    <a:lumMod val="85000"/>
                    <a:lumOff val="15000"/>
                  </a:schemeClr>
                </a:solidFill>
              </a:rPr>
              <a:t> le support de cours</a:t>
            </a:r>
          </a:p>
          <a:p>
            <a:pPr marL="228600" indent="-228600" algn="l">
              <a:buFont typeface="+mj-lt"/>
              <a:buAutoNum type="arabicPeriod"/>
            </a:pPr>
            <a:r>
              <a:rPr lang="fr-FR" sz="1200" dirty="0">
                <a:solidFill>
                  <a:schemeClr val="tx1">
                    <a:lumMod val="85000"/>
                    <a:lumOff val="15000"/>
                  </a:schemeClr>
                </a:solidFill>
              </a:rPr>
              <a:t>Expliquer les</a:t>
            </a:r>
            <a:r>
              <a:rPr lang="fr-FR" sz="1200" baseline="0" dirty="0">
                <a:solidFill>
                  <a:schemeClr val="tx1">
                    <a:lumMod val="85000"/>
                    <a:lumOff val="15000"/>
                  </a:schemeClr>
                </a:solidFill>
              </a:rPr>
              <a:t> </a:t>
            </a:r>
            <a:r>
              <a:rPr lang="fr-FR" sz="1200" dirty="0">
                <a:solidFill>
                  <a:schemeClr val="tx1">
                    <a:lumMod val="85000"/>
                    <a:lumOff val="15000"/>
                  </a:schemeClr>
                </a:solidFill>
              </a:rPr>
              <a:t>objectifs du cours (détaillés</a:t>
            </a:r>
            <a:r>
              <a:rPr lang="fr-FR" sz="1200" baseline="0" dirty="0">
                <a:solidFill>
                  <a:schemeClr val="tx1">
                    <a:lumMod val="85000"/>
                    <a:lumOff val="15000"/>
                  </a:schemeClr>
                </a:solidFill>
              </a:rPr>
              <a:t> </a:t>
            </a:r>
            <a:br>
              <a:rPr lang="fr-FR" sz="1200" dirty="0">
                <a:solidFill>
                  <a:schemeClr val="tx1">
                    <a:lumMod val="85000"/>
                    <a:lumOff val="15000"/>
                  </a:schemeClr>
                </a:solidFill>
              </a:rPr>
            </a:br>
            <a:r>
              <a:rPr lang="fr-FR" sz="1200" dirty="0">
                <a:solidFill>
                  <a:schemeClr val="tx1">
                    <a:lumMod val="85000"/>
                    <a:lumOff val="15000"/>
                  </a:schemeClr>
                </a:solidFill>
              </a:rPr>
              <a:t>Exemple : à l’issue de la journée 1, l’objectif est d’acquérir la ou les compétences suivantes (et détailler)</a:t>
            </a:r>
          </a:p>
          <a:p>
            <a:pPr marL="228600" indent="-228600" algn="l">
              <a:buFont typeface="+mj-lt"/>
              <a:buAutoNum type="arabicPeriod"/>
            </a:pPr>
            <a:r>
              <a:rPr lang="fr-FR" sz="1200" dirty="0">
                <a:solidFill>
                  <a:schemeClr val="tx1">
                    <a:lumMod val="85000"/>
                    <a:lumOff val="15000"/>
                  </a:schemeClr>
                </a:solidFill>
              </a:rPr>
              <a:t>Evaluer les stagiaires à l’aide d’un </a:t>
            </a:r>
            <a:r>
              <a:rPr lang="fr-FR" sz="1200" dirty="0" err="1">
                <a:solidFill>
                  <a:schemeClr val="tx1">
                    <a:lumMod val="85000"/>
                    <a:lumOff val="15000"/>
                  </a:schemeClr>
                </a:solidFill>
              </a:rPr>
              <a:t>mini-test</a:t>
            </a:r>
            <a:r>
              <a:rPr lang="fr-FR" sz="1200" dirty="0">
                <a:solidFill>
                  <a:schemeClr val="tx1">
                    <a:lumMod val="85000"/>
                    <a:lumOff val="15000"/>
                  </a:schemeClr>
                </a:solidFill>
              </a:rPr>
              <a:t> à la fin de chaque chapitre </a:t>
            </a:r>
          </a:p>
          <a:p>
            <a:pPr marL="228600" indent="-228600" algn="l">
              <a:buFont typeface="+mj-lt"/>
              <a:buAutoNum type="arabicPeriod"/>
            </a:pPr>
            <a:r>
              <a:rPr lang="fr-FR" sz="1200" dirty="0">
                <a:solidFill>
                  <a:schemeClr val="tx1">
                    <a:lumMod val="85000"/>
                    <a:lumOff val="15000"/>
                  </a:schemeClr>
                </a:solidFill>
              </a:rPr>
              <a:t>Il est impératif d’expliquer l’objectif de chaque </a:t>
            </a:r>
            <a:r>
              <a:rPr lang="fr-FR" sz="1200" dirty="0" err="1">
                <a:solidFill>
                  <a:schemeClr val="tx1">
                    <a:lumMod val="85000"/>
                    <a:lumOff val="15000"/>
                  </a:schemeClr>
                </a:solidFill>
              </a:rPr>
              <a:t>mini-test</a:t>
            </a:r>
            <a:r>
              <a:rPr lang="fr-FR" sz="1200" dirty="0">
                <a:solidFill>
                  <a:schemeClr val="tx1">
                    <a:lumMod val="85000"/>
                    <a:lumOff val="15000"/>
                  </a:schemeClr>
                </a:solidFill>
              </a:rPr>
              <a:t> et de donner une consigne méthodologique</a:t>
            </a:r>
          </a:p>
          <a:p>
            <a:pPr marL="228600" indent="-228600" algn="l">
              <a:buFont typeface="+mj-lt"/>
              <a:buAutoNum type="arabicPeriod"/>
            </a:pPr>
            <a:r>
              <a:rPr lang="fr-FR" sz="1200" dirty="0">
                <a:solidFill>
                  <a:schemeClr val="tx1">
                    <a:lumMod val="85000"/>
                    <a:lumOff val="15000"/>
                  </a:schemeClr>
                </a:solidFill>
              </a:rPr>
              <a:t>Il est obligatoire de corriger le </a:t>
            </a:r>
            <a:r>
              <a:rPr lang="fr-FR" sz="1200" dirty="0" err="1">
                <a:solidFill>
                  <a:schemeClr val="tx1">
                    <a:lumMod val="85000"/>
                    <a:lumOff val="15000"/>
                  </a:schemeClr>
                </a:solidFill>
              </a:rPr>
              <a:t>mini-test</a:t>
            </a:r>
            <a:r>
              <a:rPr lang="fr-FR" sz="1200" dirty="0">
                <a:solidFill>
                  <a:schemeClr val="tx1">
                    <a:lumMod val="85000"/>
                    <a:lumOff val="15000"/>
                  </a:schemeClr>
                </a:solidFill>
              </a:rPr>
              <a:t> et de le rajouter dans le support de cours</a:t>
            </a:r>
          </a:p>
          <a:p>
            <a:pPr marL="228600" indent="-228600" algn="l">
              <a:buFont typeface="+mj-lt"/>
              <a:buAutoNum type="arabicPeriod"/>
            </a:pPr>
            <a:r>
              <a:rPr lang="en" sz="1200" dirty="0">
                <a:solidFill>
                  <a:schemeClr val="tx1">
                    <a:lumMod val="85000"/>
                    <a:lumOff val="15000"/>
                  </a:schemeClr>
                </a:solidFill>
              </a:rPr>
              <a:t>Afin de vérifier l’assimilation des connaissances, chaque matin le cours débute par la réalisation du projet abordé la veille. </a:t>
            </a:r>
            <a:r>
              <a:rPr lang="fr-FR" sz="1200" dirty="0">
                <a:solidFill>
                  <a:schemeClr val="tx1">
                    <a:lumMod val="85000"/>
                    <a:lumOff val="15000"/>
                  </a:schemeClr>
                </a:solidFill>
              </a:rPr>
              <a:t>Dans</a:t>
            </a:r>
            <a:r>
              <a:rPr lang="en" sz="1200" dirty="0">
                <a:solidFill>
                  <a:schemeClr val="tx1">
                    <a:lumMod val="85000"/>
                    <a:lumOff val="15000"/>
                  </a:schemeClr>
                </a:solidFill>
              </a:rPr>
              <a:t> le cas de module de courte durée un jeu de questions réponses doit être effectué. Durée : Jusqu’à la pause de 10h30 maximum</a:t>
            </a:r>
          </a:p>
          <a:p>
            <a:pPr marL="228600" indent="-228600" algn="l">
              <a:buFont typeface="+mj-lt"/>
              <a:buAutoNum type="arabicPeriod"/>
            </a:pPr>
            <a:r>
              <a:rPr lang="en" sz="1200" dirty="0">
                <a:solidFill>
                  <a:schemeClr val="tx1">
                    <a:lumMod val="85000"/>
                    <a:lumOff val="15000"/>
                  </a:schemeClr>
                </a:solidFill>
              </a:rPr>
              <a:t>Une évaluation sur les connaissances doit être réalisée le dernier jour de cours</a:t>
            </a:r>
          </a:p>
          <a:p>
            <a:pPr marL="228600" indent="-228600" algn="l">
              <a:buFont typeface="+mj-lt"/>
              <a:buAutoNum type="arabicPeriod"/>
            </a:pPr>
            <a:r>
              <a:rPr lang="en" sz="1200" dirty="0">
                <a:solidFill>
                  <a:schemeClr val="tx1">
                    <a:lumMod val="85000"/>
                    <a:lumOff val="15000"/>
                  </a:schemeClr>
                </a:solidFill>
              </a:rPr>
              <a:t>La matinée est dédiée à l’évaluation et l’après-midi à la correction</a:t>
            </a:r>
          </a:p>
          <a:p>
            <a:pPr marL="228600" indent="-228600" algn="l">
              <a:buFont typeface="+mj-lt"/>
              <a:buAutoNum type="arabicPeriod"/>
            </a:pPr>
            <a:r>
              <a:rPr lang="fr-FR" sz="1200" dirty="0">
                <a:solidFill>
                  <a:schemeClr val="tx1">
                    <a:lumMod val="85000"/>
                    <a:lumOff val="15000"/>
                  </a:schemeClr>
                </a:solidFill>
              </a:rPr>
              <a:t>Il est impératif de mettre des liens vers des ressources et un glossaire à la fin du support de cours</a:t>
            </a:r>
          </a:p>
          <a:p>
            <a:pPr marL="228600" indent="-228600" algn="l">
              <a:buFont typeface="+mj-lt"/>
              <a:buAutoNum type="arabicPeriod"/>
            </a:pPr>
            <a:r>
              <a:rPr lang="fr-FR" sz="1200" dirty="0">
                <a:solidFill>
                  <a:schemeClr val="tx1">
                    <a:lumMod val="85000"/>
                    <a:lumOff val="15000"/>
                  </a:schemeClr>
                </a:solidFill>
              </a:rPr>
              <a:t>Une feuille d’émargement est remise le matin et l’après-midi. Le formateur doit remettre la feuille d’émargement signée à l’accueil à 10h30 et 15h30</a:t>
            </a:r>
            <a:endParaRPr lang="fr-FR" sz="800" dirty="0">
              <a:solidFill>
                <a:schemeClr val="tx1">
                  <a:lumMod val="85000"/>
                  <a:lumOff val="15000"/>
                </a:schemeClr>
              </a:solidFill>
            </a:endParaRPr>
          </a:p>
          <a:p>
            <a:pPr algn="l"/>
            <a:endParaRPr lang="fr-FR" sz="800" dirty="0">
              <a:solidFill>
                <a:schemeClr val="tx1">
                  <a:lumMod val="85000"/>
                  <a:lumOff val="15000"/>
                </a:schemeClr>
              </a:solidFill>
            </a:endParaRPr>
          </a:p>
          <a:p>
            <a:pPr algn="l"/>
            <a:endParaRPr lang="fr-FR" sz="800" dirty="0">
              <a:solidFill>
                <a:schemeClr val="tx1">
                  <a:lumMod val="85000"/>
                  <a:lumOff val="15000"/>
                </a:schemeClr>
              </a:solidFill>
            </a:endParaRPr>
          </a:p>
          <a:p>
            <a:pPr algn="l"/>
            <a:endParaRPr lang="en" sz="800" dirty="0">
              <a:solidFill>
                <a:schemeClr val="tx1">
                  <a:lumMod val="85000"/>
                  <a:lumOff val="15000"/>
                </a:schemeClr>
              </a:solidFill>
            </a:endParaRPr>
          </a:p>
        </p:txBody>
      </p:sp>
    </p:spTree>
    <p:extLst>
      <p:ext uri="{BB962C8B-B14F-4D97-AF65-F5344CB8AC3E}">
        <p14:creationId xmlns:p14="http://schemas.microsoft.com/office/powerpoint/2010/main" val="237304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2C13A728-793B-C34C-2DE2-04B53043C53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8806" r="15700"/>
          <a:stretch/>
        </p:blipFill>
        <p:spPr>
          <a:xfrm>
            <a:off x="1" y="2241901"/>
            <a:ext cx="4892841" cy="3982422"/>
          </a:xfrm>
          <a:prstGeom prst="rect">
            <a:avLst/>
          </a:prstGeom>
        </p:spPr>
      </p:pic>
      <p:sp>
        <p:nvSpPr>
          <p:cNvPr id="27" name="Rectangle 26"/>
          <p:cNvSpPr/>
          <p:nvPr userDrawn="1"/>
        </p:nvSpPr>
        <p:spPr>
          <a:xfrm>
            <a:off x="0" y="-3044"/>
            <a:ext cx="4898292" cy="224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userDrawn="1"/>
        </p:nvSpPr>
        <p:spPr>
          <a:xfrm>
            <a:off x="4892843" y="0"/>
            <a:ext cx="4251158" cy="2253949"/>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userDrawn="1"/>
        </p:nvSpPr>
        <p:spPr>
          <a:xfrm>
            <a:off x="4892844" y="2229853"/>
            <a:ext cx="4251156" cy="4022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Rectangle 20"/>
          <p:cNvSpPr/>
          <p:nvPr userDrawn="1"/>
        </p:nvSpPr>
        <p:spPr>
          <a:xfrm>
            <a:off x="-1" y="6209244"/>
            <a:ext cx="9152277" cy="676122"/>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3" name="Rectangle 22"/>
          <p:cNvSpPr/>
          <p:nvPr userDrawn="1"/>
        </p:nvSpPr>
        <p:spPr>
          <a:xfrm>
            <a:off x="0" y="6219119"/>
            <a:ext cx="9152276" cy="707886"/>
          </a:xfrm>
          <a:prstGeom prst="rect">
            <a:avLst/>
          </a:prstGeom>
        </p:spPr>
        <p:txBody>
          <a:bodyPr wrap="square">
            <a:spAutoFit/>
          </a:bodyPr>
          <a:lstStyle/>
          <a:p>
            <a:pPr algn="ctr"/>
            <a:endParaRPr lang="fr-FR" sz="1200" baseline="30000" dirty="0">
              <a:solidFill>
                <a:schemeClr val="bg1"/>
              </a:solidFill>
              <a:latin typeface="Franklin Gothic Book" panose="020B0503020102020204" pitchFamily="34" charset="0"/>
            </a:endParaRPr>
          </a:p>
          <a:p>
            <a:pPr algn="ctr"/>
            <a:r>
              <a:rPr lang="fr-FR" sz="1200" baseline="30000" dirty="0">
                <a:solidFill>
                  <a:schemeClr val="bg1"/>
                </a:solidFill>
                <a:latin typeface="Arial" panose="020B0604020202020204" pitchFamily="34" charset="0"/>
                <a:cs typeface="Arial" panose="020B0604020202020204" pitchFamily="34" charset="0"/>
              </a:rPr>
              <a:t>ÉTABLISSEMENT D’ENSEIGNEMENT SUPÉRIEUR TECHNIQUE PRIVÉ</a:t>
            </a:r>
          </a:p>
          <a:p>
            <a:pPr algn="ctr"/>
            <a:r>
              <a:rPr lang="fr-FR" sz="1200" baseline="30000" dirty="0">
                <a:solidFill>
                  <a:schemeClr val="bg1"/>
                </a:solidFill>
                <a:latin typeface="Arial" panose="020B0604020202020204" pitchFamily="34" charset="0"/>
                <a:cs typeface="Arial" panose="020B0604020202020204" pitchFamily="34" charset="0"/>
              </a:rPr>
              <a:t>10-12 rue </a:t>
            </a:r>
            <a:r>
              <a:rPr lang="fr-FR" sz="1200" baseline="30000" dirty="0" err="1">
                <a:solidFill>
                  <a:schemeClr val="bg1"/>
                </a:solidFill>
                <a:latin typeface="Arial" panose="020B0604020202020204" pitchFamily="34" charset="0"/>
                <a:cs typeface="Arial" panose="020B0604020202020204" pitchFamily="34" charset="0"/>
              </a:rPr>
              <a:t>Planchat</a:t>
            </a:r>
            <a:r>
              <a:rPr lang="fr-FR" sz="1200" baseline="30000" dirty="0">
                <a:solidFill>
                  <a:schemeClr val="bg1"/>
                </a:solidFill>
                <a:latin typeface="Arial" panose="020B0604020202020204" pitchFamily="34" charset="0"/>
                <a:cs typeface="Arial" panose="020B0604020202020204" pitchFamily="34" charset="0"/>
              </a:rPr>
              <a:t> - 75020 Paris </a:t>
            </a:r>
          </a:p>
          <a:p>
            <a:pPr algn="ctr"/>
            <a:r>
              <a:rPr lang="fr-FR" sz="1200" baseline="30000" dirty="0">
                <a:solidFill>
                  <a:schemeClr val="bg1"/>
                </a:solidFill>
                <a:latin typeface="Arial" panose="020B0604020202020204" pitchFamily="34" charset="0"/>
                <a:cs typeface="Arial" panose="020B0604020202020204" pitchFamily="34" charset="0"/>
              </a:rPr>
              <a:t>www.doranco.fr | 01 55 25 28 00</a:t>
            </a:r>
          </a:p>
          <a:p>
            <a:pPr algn="r"/>
            <a:r>
              <a:rPr lang="fr-FR" sz="1200" baseline="30000" dirty="0">
                <a:solidFill>
                  <a:schemeClr val="bg1"/>
                </a:solidFill>
                <a:latin typeface="Arial" panose="020B0604020202020204" pitchFamily="34" charset="0"/>
                <a:cs typeface="Arial" panose="020B0604020202020204" pitchFamily="34" charset="0"/>
              </a:rPr>
              <a:t>Copyright © </a:t>
            </a:r>
            <a:r>
              <a:rPr lang="fr-FR" sz="1200" baseline="30000" dirty="0" err="1">
                <a:solidFill>
                  <a:schemeClr val="bg1"/>
                </a:solidFill>
                <a:latin typeface="Arial" panose="020B0604020202020204" pitchFamily="34" charset="0"/>
                <a:cs typeface="Arial" panose="020B0604020202020204" pitchFamily="34" charset="0"/>
              </a:rPr>
              <a:t>Doranco</a:t>
            </a:r>
            <a:r>
              <a:rPr lang="fr-FR" sz="1200" baseline="30000" dirty="0">
                <a:solidFill>
                  <a:schemeClr val="bg1"/>
                </a:solidFill>
                <a:latin typeface="Arial" panose="020B0604020202020204" pitchFamily="34" charset="0"/>
                <a:cs typeface="Arial" panose="020B0604020202020204" pitchFamily="34" charset="0"/>
              </a:rPr>
              <a:t> – Tous droits réservés</a:t>
            </a:r>
            <a:endParaRPr lang="fr-FR" sz="1200" b="1" spc="-150" baseline="30000" dirty="0">
              <a:solidFill>
                <a:schemeClr val="bg1"/>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72B81028-530F-93D7-5E42-6F20A086B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0261" y="73921"/>
            <a:ext cx="4401739" cy="2082361"/>
          </a:xfrm>
          <a:prstGeom prst="rect">
            <a:avLst/>
          </a:prstGeom>
        </p:spPr>
      </p:pic>
      <p:sp>
        <p:nvSpPr>
          <p:cNvPr id="4" name="Titre 3">
            <a:extLst>
              <a:ext uri="{FF2B5EF4-FFF2-40B4-BE49-F238E27FC236}">
                <a16:creationId xmlns:a16="http://schemas.microsoft.com/office/drawing/2014/main" id="{45344D7A-E439-CAE1-3F4E-1C5381D5D3FF}"/>
              </a:ext>
            </a:extLst>
          </p:cNvPr>
          <p:cNvSpPr>
            <a:spLocks noGrp="1"/>
          </p:cNvSpPr>
          <p:nvPr>
            <p:ph type="title" hasCustomPrompt="1"/>
          </p:nvPr>
        </p:nvSpPr>
        <p:spPr>
          <a:xfrm>
            <a:off x="5006304" y="3328332"/>
            <a:ext cx="4145971" cy="1396474"/>
          </a:xfrm>
          <a:prstGeom prst="rect">
            <a:avLst/>
          </a:prstGeom>
        </p:spPr>
        <p:txBody>
          <a:bodyPr/>
          <a:lstStyle>
            <a:lvl1pPr algn="l">
              <a:defRPr sz="4900">
                <a:solidFill>
                  <a:srgbClr val="101024"/>
                </a:solidFill>
                <a:latin typeface="Arial" panose="020B0604020202020204" pitchFamily="34" charset="0"/>
                <a:cs typeface="Arial" panose="020B0604020202020204" pitchFamily="34" charset="0"/>
              </a:defRPr>
            </a:lvl1pPr>
          </a:lstStyle>
          <a:p>
            <a:r>
              <a:rPr lang="fr-FR" dirty="0"/>
              <a:t>[ TITRE</a:t>
            </a:r>
            <a:br>
              <a:rPr lang="fr-FR" dirty="0"/>
            </a:br>
            <a:r>
              <a:rPr lang="fr-FR" dirty="0"/>
              <a:t>DU MODULE ]</a:t>
            </a:r>
          </a:p>
        </p:txBody>
      </p:sp>
      <p:sp>
        <p:nvSpPr>
          <p:cNvPr id="11" name="Espace réservé du texte 10">
            <a:extLst>
              <a:ext uri="{FF2B5EF4-FFF2-40B4-BE49-F238E27FC236}">
                <a16:creationId xmlns:a16="http://schemas.microsoft.com/office/drawing/2014/main" id="{03186ADE-9268-6AC3-B773-13F7C1940BF7}"/>
              </a:ext>
            </a:extLst>
          </p:cNvPr>
          <p:cNvSpPr>
            <a:spLocks noGrp="1"/>
          </p:cNvSpPr>
          <p:nvPr>
            <p:ph type="body" sz="quarter" idx="10" hasCustomPrompt="1"/>
          </p:nvPr>
        </p:nvSpPr>
        <p:spPr>
          <a:xfrm>
            <a:off x="5006304" y="5028407"/>
            <a:ext cx="4145971" cy="353956"/>
          </a:xfrm>
          <a:prstGeom prst="rect">
            <a:avLst/>
          </a:prstGeom>
        </p:spPr>
        <p:txBody>
          <a:bodyPr/>
          <a:lstStyle>
            <a:lvl1pPr>
              <a:defRPr sz="1800" b="1">
                <a:solidFill>
                  <a:srgbClr val="C2211D"/>
                </a:solidFill>
                <a:latin typeface="Arial" panose="020B0604020202020204" pitchFamily="34" charset="0"/>
                <a:cs typeface="Arial" panose="020B0604020202020204" pitchFamily="34" charset="0"/>
              </a:defRPr>
            </a:lvl1pPr>
          </a:lstStyle>
          <a:p>
            <a:r>
              <a:rPr lang="fr-FR" dirty="0">
                <a:solidFill>
                  <a:srgbClr val="C2211D"/>
                </a:solidFill>
              </a:rPr>
              <a:t>[ PRÉNOM NOM DU</a:t>
            </a:r>
            <a:r>
              <a:rPr lang="fr-FR" baseline="0" dirty="0">
                <a:solidFill>
                  <a:srgbClr val="C2211D"/>
                </a:solidFill>
              </a:rPr>
              <a:t> FORMATEUR </a:t>
            </a:r>
            <a:r>
              <a:rPr lang="fr-FR" dirty="0">
                <a:solidFill>
                  <a:srgbClr val="C2211D"/>
                </a:solidFill>
              </a:rPr>
              <a:t>]</a:t>
            </a:r>
          </a:p>
        </p:txBody>
      </p:sp>
      <p:sp>
        <p:nvSpPr>
          <p:cNvPr id="15" name="Espace réservé du texte 14">
            <a:extLst>
              <a:ext uri="{FF2B5EF4-FFF2-40B4-BE49-F238E27FC236}">
                <a16:creationId xmlns:a16="http://schemas.microsoft.com/office/drawing/2014/main" id="{F1E43783-17D8-5494-AA46-F7EF2785FAB3}"/>
              </a:ext>
            </a:extLst>
          </p:cNvPr>
          <p:cNvSpPr>
            <a:spLocks noGrp="1"/>
          </p:cNvSpPr>
          <p:nvPr>
            <p:ph type="body" sz="quarter" idx="12" hasCustomPrompt="1"/>
          </p:nvPr>
        </p:nvSpPr>
        <p:spPr>
          <a:xfrm>
            <a:off x="5006304" y="5695839"/>
            <a:ext cx="4137695" cy="511636"/>
          </a:xfrm>
          <a:prstGeom prst="rect">
            <a:avLst/>
          </a:prstGeom>
        </p:spPr>
        <p:txBody>
          <a:bodyPr/>
          <a:lstStyle>
            <a:lvl1pPr>
              <a:defRPr sz="1800">
                <a:latin typeface="Arial" panose="020B0604020202020204" pitchFamily="34" charset="0"/>
                <a:cs typeface="Arial" panose="020B0604020202020204" pitchFamily="34" charset="0"/>
              </a:defRPr>
            </a:lvl1pPr>
          </a:lstStyle>
          <a:p>
            <a:pPr lvl="0"/>
            <a:r>
              <a:rPr lang="fr-FR" dirty="0"/>
              <a:t>[ spécialité du formateur ]</a:t>
            </a:r>
          </a:p>
        </p:txBody>
      </p:sp>
    </p:spTree>
    <p:extLst>
      <p:ext uri="{BB962C8B-B14F-4D97-AF65-F5344CB8AC3E}">
        <p14:creationId xmlns:p14="http://schemas.microsoft.com/office/powerpoint/2010/main" val="1318733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scriptif et objectifs du cours">
    <p:spTree>
      <p:nvGrpSpPr>
        <p:cNvPr id="1" name=""/>
        <p:cNvGrpSpPr/>
        <p:nvPr/>
      </p:nvGrpSpPr>
      <p:grpSpPr>
        <a:xfrm>
          <a:off x="0" y="0"/>
          <a:ext cx="0" cy="0"/>
          <a:chOff x="0" y="0"/>
          <a:chExt cx="0" cy="0"/>
        </a:xfrm>
      </p:grpSpPr>
      <p:sp>
        <p:nvSpPr>
          <p:cNvPr id="25" name="Rectangle 24"/>
          <p:cNvSpPr/>
          <p:nvPr userDrawn="1"/>
        </p:nvSpPr>
        <p:spPr>
          <a:xfrm>
            <a:off x="0" y="-2840"/>
            <a:ext cx="4656221" cy="6488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37"/>
          <p:cNvSpPr/>
          <p:nvPr userDrawn="1"/>
        </p:nvSpPr>
        <p:spPr>
          <a:xfrm>
            <a:off x="4235114" y="0"/>
            <a:ext cx="4917398"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1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9"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20" name="Espace réservé du pied de page 4"/>
          <p:cNvSpPr>
            <a:spLocks noGrp="1"/>
          </p:cNvSpPr>
          <p:nvPr>
            <p:ph type="ftr" sz="quarter" idx="3"/>
          </p:nvPr>
        </p:nvSpPr>
        <p:spPr>
          <a:xfrm>
            <a:off x="457199" y="6488721"/>
            <a:ext cx="2791098"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32" name="Espace réservé du titre 1"/>
          <p:cNvSpPr txBox="1">
            <a:spLocks/>
          </p:cNvSpPr>
          <p:nvPr userDrawn="1"/>
        </p:nvSpPr>
        <p:spPr>
          <a:xfrm>
            <a:off x="4364056" y="718950"/>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800" dirty="0">
                <a:solidFill>
                  <a:srgbClr val="FFFFFF"/>
                </a:solidFill>
                <a:latin typeface="Arial Nova" panose="020B0504020202020204" pitchFamily="34" charset="0"/>
              </a:rPr>
              <a:t>BIENVENUE</a:t>
            </a:r>
            <a:r>
              <a:rPr lang="fr-FR" sz="2800" baseline="0" dirty="0">
                <a:solidFill>
                  <a:srgbClr val="FFFFFF"/>
                </a:solidFill>
                <a:latin typeface="Arial Nova" panose="020B0504020202020204" pitchFamily="34" charset="0"/>
              </a:rPr>
              <a:t> !</a:t>
            </a:r>
            <a:endParaRPr lang="fr-FR" sz="2800" dirty="0">
              <a:solidFill>
                <a:srgbClr val="FFFFFF"/>
              </a:solidFill>
              <a:latin typeface="Arial Nova" panose="020B0504020202020204" pitchFamily="34" charset="0"/>
            </a:endParaRPr>
          </a:p>
        </p:txBody>
      </p:sp>
      <p:cxnSp>
        <p:nvCxnSpPr>
          <p:cNvPr id="33" name="Connecteur droit 32"/>
          <p:cNvCxnSpPr>
            <a:cxnSpLocks/>
          </p:cNvCxnSpPr>
          <p:nvPr userDrawn="1"/>
        </p:nvCxnSpPr>
        <p:spPr>
          <a:xfrm flipH="1">
            <a:off x="4323712" y="331520"/>
            <a:ext cx="4717805"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pic>
        <p:nvPicPr>
          <p:cNvPr id="34" name="Image 33"/>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4827328" y="1852307"/>
            <a:ext cx="1437905" cy="479555"/>
          </a:xfrm>
          <a:prstGeom prst="rect">
            <a:avLst/>
          </a:prstGeom>
          <a:noFill/>
        </p:spPr>
      </p:pic>
      <p:sp>
        <p:nvSpPr>
          <p:cNvPr id="35" name="Espace réservé du texte 2"/>
          <p:cNvSpPr txBox="1">
            <a:spLocks/>
          </p:cNvSpPr>
          <p:nvPr userDrawn="1"/>
        </p:nvSpPr>
        <p:spPr>
          <a:xfrm>
            <a:off x="5541557" y="1861995"/>
            <a:ext cx="3158432" cy="47069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fr-FR" sz="2000" dirty="0">
                <a:solidFill>
                  <a:schemeClr val="bg1"/>
                </a:solidFill>
                <a:latin typeface="Arial Nova" panose="020B0504020202020204" pitchFamily="34" charset="0"/>
              </a:rPr>
              <a:t>LES</a:t>
            </a:r>
            <a:r>
              <a:rPr lang="fr-FR" sz="2000" baseline="0" dirty="0">
                <a:solidFill>
                  <a:schemeClr val="bg1"/>
                </a:solidFill>
                <a:latin typeface="Arial Nova" panose="020B0504020202020204" pitchFamily="34" charset="0"/>
              </a:rPr>
              <a:t> OBJECTIFS</a:t>
            </a:r>
            <a:endParaRPr lang="fr-FR" sz="2000" dirty="0">
              <a:solidFill>
                <a:schemeClr val="bg1"/>
              </a:solidFill>
              <a:latin typeface="Arial Nova" panose="020B0504020202020204" pitchFamily="34" charset="0"/>
            </a:endParaRPr>
          </a:p>
        </p:txBody>
      </p:sp>
      <p:sp>
        <p:nvSpPr>
          <p:cNvPr id="5" name="Espace réservé du texte 4">
            <a:extLst>
              <a:ext uri="{FF2B5EF4-FFF2-40B4-BE49-F238E27FC236}">
                <a16:creationId xmlns:a16="http://schemas.microsoft.com/office/drawing/2014/main" id="{862C2A1D-D076-4D67-7633-A7F5FBC4CA86}"/>
              </a:ext>
            </a:extLst>
          </p:cNvPr>
          <p:cNvSpPr>
            <a:spLocks noGrp="1"/>
          </p:cNvSpPr>
          <p:nvPr>
            <p:ph type="body" sz="quarter" idx="10" hasCustomPrompt="1"/>
          </p:nvPr>
        </p:nvSpPr>
        <p:spPr>
          <a:xfrm>
            <a:off x="325721" y="1838325"/>
            <a:ext cx="3909676" cy="673636"/>
          </a:xfrm>
          <a:prstGeom prst="rect">
            <a:avLst/>
          </a:prstGeom>
        </p:spPr>
        <p:txBody>
          <a:bodyPr/>
          <a:lstStyle>
            <a:lvl1pPr>
              <a:defRPr sz="2800" b="1">
                <a:latin typeface="Arial Nova" panose="020B05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solidFill>
                  <a:srgbClr val="C2211D"/>
                </a:solidFill>
              </a:rPr>
              <a:t>[ TITRE DU MODULE ]</a:t>
            </a:r>
          </a:p>
          <a:p>
            <a:pPr lvl="0"/>
            <a:endParaRPr lang="fr-FR" dirty="0"/>
          </a:p>
        </p:txBody>
      </p:sp>
      <p:sp>
        <p:nvSpPr>
          <p:cNvPr id="6" name="Espace réservé du texte 5">
            <a:extLst>
              <a:ext uri="{FF2B5EF4-FFF2-40B4-BE49-F238E27FC236}">
                <a16:creationId xmlns:a16="http://schemas.microsoft.com/office/drawing/2014/main" id="{B9CD1EDD-5E06-23D9-12A7-20A1DB876588}"/>
              </a:ext>
            </a:extLst>
          </p:cNvPr>
          <p:cNvSpPr>
            <a:spLocks noGrp="1"/>
          </p:cNvSpPr>
          <p:nvPr>
            <p:ph type="body" sz="quarter" idx="12" hasCustomPrompt="1"/>
          </p:nvPr>
        </p:nvSpPr>
        <p:spPr>
          <a:xfrm>
            <a:off x="4898417" y="2720962"/>
            <a:ext cx="3742244" cy="3209938"/>
          </a:xfrm>
          <a:prstGeom prst="rect">
            <a:avLst/>
          </a:prstGeom>
        </p:spPr>
        <p:txBody>
          <a:bodyPr/>
          <a:lstStyle>
            <a:lvl1pPr>
              <a:defRPr sz="1100">
                <a:latin typeface="+mj-lt"/>
              </a:defRPr>
            </a:lvl1pPr>
          </a:lstStyle>
          <a:p>
            <a:pPr marL="171450" marR="0" lvl="0" indent="-171450" algn="l" defTabSz="914400" rtl="0" eaLnBrk="1" fontAlgn="auto" latinLnBrk="0" hangingPunct="1">
              <a:lnSpc>
                <a:spcPct val="150000"/>
              </a:lnSpc>
              <a:spcBef>
                <a:spcPts val="1000"/>
              </a:spcBef>
              <a:spcAft>
                <a:spcPts val="0"/>
              </a:spcAft>
              <a:buClr>
                <a:schemeClr val="bg1"/>
              </a:buClr>
              <a:buSzPct val="150000"/>
              <a:buFont typeface="Arial" panose="020B0604020202020204" pitchFamily="34" charset="0"/>
              <a:buChar char="•"/>
              <a:tabLst/>
              <a:defRPr/>
            </a:pPr>
            <a:r>
              <a:rPr lang="fr-FR" sz="1100" dirty="0">
                <a:solidFill>
                  <a:schemeClr val="bg1"/>
                </a:solidFill>
                <a:latin typeface="+mj-lt"/>
              </a:rPr>
              <a:t>Lorem ipsum dolor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consectetur adipiscing </a:t>
            </a:r>
            <a:r>
              <a:rPr lang="fr-FR" sz="1100" dirty="0" err="1">
                <a:solidFill>
                  <a:schemeClr val="bg1"/>
                </a:solidFill>
                <a:latin typeface="+mj-lt"/>
              </a:rPr>
              <a:t>elit</a:t>
            </a:r>
            <a:r>
              <a:rPr lang="fr-FR" sz="1100" dirty="0">
                <a:solidFill>
                  <a:schemeClr val="bg1"/>
                </a:solidFill>
                <a:latin typeface="+mj-lt"/>
              </a:rPr>
              <a:t>. Nam sodales </a:t>
            </a:r>
            <a:r>
              <a:rPr lang="fr-FR" sz="1100" dirty="0" err="1">
                <a:solidFill>
                  <a:schemeClr val="bg1"/>
                </a:solidFill>
                <a:latin typeface="+mj-lt"/>
              </a:rPr>
              <a:t>lacus</a:t>
            </a:r>
            <a:r>
              <a:rPr lang="fr-FR" sz="1100" dirty="0">
                <a:solidFill>
                  <a:schemeClr val="bg1"/>
                </a:solidFill>
                <a:latin typeface="+mj-lt"/>
              </a:rPr>
              <a:t> nec </a:t>
            </a:r>
            <a:r>
              <a:rPr lang="fr-FR" sz="1100" dirty="0" err="1">
                <a:solidFill>
                  <a:schemeClr val="bg1"/>
                </a:solidFill>
                <a:latin typeface="+mj-lt"/>
              </a:rPr>
              <a:t>ligula</a:t>
            </a:r>
            <a:r>
              <a:rPr lang="fr-FR" sz="1100" dirty="0">
                <a:solidFill>
                  <a:schemeClr val="bg1"/>
                </a:solidFill>
                <a:latin typeface="+mj-lt"/>
              </a:rPr>
              <a:t> rhoncus </a:t>
            </a:r>
            <a:r>
              <a:rPr lang="fr-FR" sz="1100" dirty="0" err="1">
                <a:solidFill>
                  <a:schemeClr val="bg1"/>
                </a:solidFill>
                <a:latin typeface="+mj-lt"/>
              </a:rPr>
              <a:t>iaculis</a:t>
            </a:r>
            <a:r>
              <a:rPr lang="fr-FR" sz="1100" dirty="0">
                <a:solidFill>
                  <a:schemeClr val="bg1"/>
                </a:solidFill>
                <a:latin typeface="+mj-lt"/>
              </a:rPr>
              <a:t>. </a:t>
            </a:r>
          </a:p>
          <a:p>
            <a:pPr marL="171450" marR="0" lvl="0" indent="-171450" algn="l" defTabSz="914400" rtl="0" eaLnBrk="1" fontAlgn="auto" latinLnBrk="0" hangingPunct="1">
              <a:lnSpc>
                <a:spcPct val="150000"/>
              </a:lnSpc>
              <a:spcBef>
                <a:spcPts val="1000"/>
              </a:spcBef>
              <a:spcAft>
                <a:spcPts val="0"/>
              </a:spcAft>
              <a:buClr>
                <a:schemeClr val="bg1"/>
              </a:buClr>
              <a:buSzPct val="150000"/>
              <a:buFont typeface="Arial" panose="020B0604020202020204" pitchFamily="34" charset="0"/>
              <a:buChar char="•"/>
              <a:tabLst/>
              <a:defRPr/>
            </a:pPr>
            <a:r>
              <a:rPr lang="fr-FR" sz="1100" dirty="0">
                <a:solidFill>
                  <a:schemeClr val="bg1"/>
                </a:solidFill>
                <a:latin typeface="+mj-lt"/>
              </a:rPr>
              <a:t>Lorem ipsum dolor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consectetur adipiscing </a:t>
            </a:r>
            <a:r>
              <a:rPr lang="fr-FR" sz="1100" dirty="0" err="1">
                <a:solidFill>
                  <a:schemeClr val="bg1"/>
                </a:solidFill>
                <a:latin typeface="+mj-lt"/>
              </a:rPr>
              <a:t>elit</a:t>
            </a:r>
            <a:r>
              <a:rPr lang="fr-FR" sz="1100" dirty="0">
                <a:solidFill>
                  <a:schemeClr val="bg1"/>
                </a:solidFill>
                <a:latin typeface="+mj-lt"/>
              </a:rPr>
              <a:t>. Nam sodales </a:t>
            </a:r>
            <a:r>
              <a:rPr lang="fr-FR" sz="1100" dirty="0" err="1">
                <a:solidFill>
                  <a:schemeClr val="bg1"/>
                </a:solidFill>
                <a:latin typeface="+mj-lt"/>
              </a:rPr>
              <a:t>lacus</a:t>
            </a:r>
            <a:r>
              <a:rPr lang="fr-FR" sz="1100" dirty="0">
                <a:solidFill>
                  <a:schemeClr val="bg1"/>
                </a:solidFill>
                <a:latin typeface="+mj-lt"/>
              </a:rPr>
              <a:t> nec </a:t>
            </a:r>
            <a:r>
              <a:rPr lang="fr-FR" sz="1100" dirty="0" err="1">
                <a:solidFill>
                  <a:schemeClr val="bg1"/>
                </a:solidFill>
                <a:latin typeface="+mj-lt"/>
              </a:rPr>
              <a:t>ligula</a:t>
            </a:r>
            <a:r>
              <a:rPr lang="fr-FR" sz="1100" dirty="0">
                <a:solidFill>
                  <a:schemeClr val="bg1"/>
                </a:solidFill>
                <a:latin typeface="+mj-lt"/>
              </a:rPr>
              <a:t> rhoncus </a:t>
            </a:r>
            <a:r>
              <a:rPr lang="fr-FR" sz="1100" dirty="0" err="1">
                <a:solidFill>
                  <a:schemeClr val="bg1"/>
                </a:solidFill>
                <a:latin typeface="+mj-lt"/>
              </a:rPr>
              <a:t>iaculis</a:t>
            </a:r>
            <a:r>
              <a:rPr lang="fr-FR" sz="1100" dirty="0">
                <a:solidFill>
                  <a:schemeClr val="bg1"/>
                </a:solidFill>
                <a:latin typeface="+mj-lt"/>
              </a:rPr>
              <a:t>. </a:t>
            </a:r>
          </a:p>
          <a:p>
            <a:pPr marL="171450" marR="0" lvl="0" indent="-171450" algn="l" defTabSz="914400" rtl="0" eaLnBrk="1" fontAlgn="auto" latinLnBrk="0" hangingPunct="1">
              <a:lnSpc>
                <a:spcPct val="150000"/>
              </a:lnSpc>
              <a:spcBef>
                <a:spcPts val="1000"/>
              </a:spcBef>
              <a:spcAft>
                <a:spcPts val="0"/>
              </a:spcAft>
              <a:buClr>
                <a:schemeClr val="bg1"/>
              </a:buClr>
              <a:buSzPct val="150000"/>
              <a:buFont typeface="Arial" panose="020B0604020202020204" pitchFamily="34" charset="0"/>
              <a:buChar char="•"/>
              <a:tabLst/>
              <a:defRPr/>
            </a:pPr>
            <a:r>
              <a:rPr lang="fr-FR" sz="1100" dirty="0">
                <a:solidFill>
                  <a:schemeClr val="bg1"/>
                </a:solidFill>
                <a:latin typeface="+mj-lt"/>
              </a:rPr>
              <a:t>Lorem ipsum dolor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consectetur adipiscing </a:t>
            </a:r>
            <a:r>
              <a:rPr lang="fr-FR" sz="1100" dirty="0" err="1">
                <a:solidFill>
                  <a:schemeClr val="bg1"/>
                </a:solidFill>
                <a:latin typeface="+mj-lt"/>
              </a:rPr>
              <a:t>elit</a:t>
            </a:r>
            <a:r>
              <a:rPr lang="fr-FR" sz="1100" dirty="0">
                <a:solidFill>
                  <a:schemeClr val="bg1"/>
                </a:solidFill>
                <a:latin typeface="+mj-lt"/>
              </a:rPr>
              <a:t>. Nam sodales </a:t>
            </a:r>
            <a:r>
              <a:rPr lang="fr-FR" sz="1100" dirty="0" err="1">
                <a:solidFill>
                  <a:schemeClr val="bg1"/>
                </a:solidFill>
                <a:latin typeface="+mj-lt"/>
              </a:rPr>
              <a:t>lacus</a:t>
            </a:r>
            <a:r>
              <a:rPr lang="fr-FR" sz="1100" dirty="0">
                <a:solidFill>
                  <a:schemeClr val="bg1"/>
                </a:solidFill>
                <a:latin typeface="+mj-lt"/>
              </a:rPr>
              <a:t> nec </a:t>
            </a:r>
            <a:r>
              <a:rPr lang="fr-FR" sz="1100" dirty="0" err="1">
                <a:solidFill>
                  <a:schemeClr val="bg1"/>
                </a:solidFill>
                <a:latin typeface="+mj-lt"/>
              </a:rPr>
              <a:t>ligula</a:t>
            </a:r>
            <a:r>
              <a:rPr lang="fr-FR" sz="1100" dirty="0">
                <a:solidFill>
                  <a:schemeClr val="bg1"/>
                </a:solidFill>
                <a:latin typeface="+mj-lt"/>
              </a:rPr>
              <a:t> rhoncus </a:t>
            </a:r>
            <a:r>
              <a:rPr lang="fr-FR" sz="1100" dirty="0" err="1">
                <a:solidFill>
                  <a:schemeClr val="bg1"/>
                </a:solidFill>
                <a:latin typeface="+mj-lt"/>
              </a:rPr>
              <a:t>iaculis</a:t>
            </a:r>
            <a:r>
              <a:rPr lang="fr-FR" sz="1100" dirty="0">
                <a:solidFill>
                  <a:schemeClr val="bg1"/>
                </a:solidFill>
                <a:latin typeface="+mj-lt"/>
              </a:rPr>
              <a:t>. </a:t>
            </a:r>
          </a:p>
          <a:p>
            <a:pPr marL="171450" marR="0" lvl="0" indent="-171450" algn="l" defTabSz="914400" rtl="0" eaLnBrk="1" fontAlgn="auto" latinLnBrk="0" hangingPunct="1">
              <a:lnSpc>
                <a:spcPct val="150000"/>
              </a:lnSpc>
              <a:spcBef>
                <a:spcPts val="1000"/>
              </a:spcBef>
              <a:spcAft>
                <a:spcPts val="0"/>
              </a:spcAft>
              <a:buClr>
                <a:schemeClr val="bg1"/>
              </a:buClr>
              <a:buSzPct val="150000"/>
              <a:buFont typeface="Arial" panose="020B0604020202020204" pitchFamily="34" charset="0"/>
              <a:buChar char="•"/>
              <a:tabLst/>
              <a:defRPr/>
            </a:pPr>
            <a:r>
              <a:rPr lang="fr-FR" sz="1100" dirty="0">
                <a:solidFill>
                  <a:schemeClr val="bg1"/>
                </a:solidFill>
                <a:latin typeface="+mj-lt"/>
              </a:rPr>
              <a:t>Lorem ipsum dolor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consectetur adipiscing </a:t>
            </a:r>
            <a:r>
              <a:rPr lang="fr-FR" sz="1100" dirty="0" err="1">
                <a:solidFill>
                  <a:schemeClr val="bg1"/>
                </a:solidFill>
                <a:latin typeface="+mj-lt"/>
              </a:rPr>
              <a:t>elit</a:t>
            </a:r>
            <a:r>
              <a:rPr lang="fr-FR" sz="1100" dirty="0">
                <a:solidFill>
                  <a:schemeClr val="bg1"/>
                </a:solidFill>
                <a:latin typeface="+mj-lt"/>
              </a:rPr>
              <a:t>. Nam sodales </a:t>
            </a:r>
            <a:r>
              <a:rPr lang="fr-FR" sz="1100" dirty="0" err="1">
                <a:solidFill>
                  <a:schemeClr val="bg1"/>
                </a:solidFill>
                <a:latin typeface="+mj-lt"/>
              </a:rPr>
              <a:t>lacus</a:t>
            </a:r>
            <a:r>
              <a:rPr lang="fr-FR" sz="1100" dirty="0">
                <a:solidFill>
                  <a:schemeClr val="bg1"/>
                </a:solidFill>
                <a:latin typeface="+mj-lt"/>
              </a:rPr>
              <a:t> nec </a:t>
            </a:r>
            <a:r>
              <a:rPr lang="fr-FR" sz="1100" dirty="0" err="1">
                <a:solidFill>
                  <a:schemeClr val="bg1"/>
                </a:solidFill>
                <a:latin typeface="+mj-lt"/>
              </a:rPr>
              <a:t>ligula</a:t>
            </a:r>
            <a:r>
              <a:rPr lang="fr-FR" sz="1100" dirty="0">
                <a:solidFill>
                  <a:schemeClr val="bg1"/>
                </a:solidFill>
                <a:latin typeface="+mj-lt"/>
              </a:rPr>
              <a:t> rhoncus </a:t>
            </a:r>
            <a:r>
              <a:rPr lang="fr-FR" sz="1100" dirty="0" err="1">
                <a:solidFill>
                  <a:schemeClr val="bg1"/>
                </a:solidFill>
                <a:latin typeface="+mj-lt"/>
              </a:rPr>
              <a:t>iaculis</a:t>
            </a:r>
            <a:r>
              <a:rPr lang="fr-FR" sz="1100" dirty="0">
                <a:solidFill>
                  <a:schemeClr val="bg1"/>
                </a:solidFill>
                <a:latin typeface="+mj-lt"/>
              </a:rPr>
              <a:t>. </a:t>
            </a:r>
          </a:p>
        </p:txBody>
      </p:sp>
      <p:sp>
        <p:nvSpPr>
          <p:cNvPr id="8" name="Espace réservé du texte 7">
            <a:extLst>
              <a:ext uri="{FF2B5EF4-FFF2-40B4-BE49-F238E27FC236}">
                <a16:creationId xmlns:a16="http://schemas.microsoft.com/office/drawing/2014/main" id="{2531902B-8A36-C72B-9102-21BF3140EABD}"/>
              </a:ext>
            </a:extLst>
          </p:cNvPr>
          <p:cNvSpPr>
            <a:spLocks noGrp="1"/>
          </p:cNvSpPr>
          <p:nvPr>
            <p:ph type="body" sz="quarter" idx="13" hasCustomPrompt="1"/>
          </p:nvPr>
        </p:nvSpPr>
        <p:spPr>
          <a:xfrm>
            <a:off x="325438" y="2667077"/>
            <a:ext cx="3586162" cy="3455987"/>
          </a:xfrm>
          <a:prstGeom prst="rect">
            <a:avLst/>
          </a:prstGeom>
        </p:spPr>
        <p:txBody>
          <a:bodyPr/>
          <a:lstStyle>
            <a:lvl1pPr>
              <a:defRPr sz="1100">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Description du module</a:t>
            </a:r>
          </a:p>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Tree>
    <p:extLst>
      <p:ext uri="{BB962C8B-B14F-4D97-AF65-F5344CB8AC3E}">
        <p14:creationId xmlns:p14="http://schemas.microsoft.com/office/powerpoint/2010/main" val="2250762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LAN DE COURS (chapitres)">
    <p:spTree>
      <p:nvGrpSpPr>
        <p:cNvPr id="1" name=""/>
        <p:cNvGrpSpPr/>
        <p:nvPr/>
      </p:nvGrpSpPr>
      <p:grpSpPr>
        <a:xfrm>
          <a:off x="0" y="0"/>
          <a:ext cx="0" cy="0"/>
          <a:chOff x="0" y="0"/>
          <a:chExt cx="0" cy="0"/>
        </a:xfrm>
      </p:grpSpPr>
      <p:sp>
        <p:nvSpPr>
          <p:cNvPr id="108" name="Rectangle 107"/>
          <p:cNvSpPr/>
          <p:nvPr userDrawn="1"/>
        </p:nvSpPr>
        <p:spPr>
          <a:xfrm>
            <a:off x="4216847" y="21616"/>
            <a:ext cx="4907054" cy="6415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Rectangle 6"/>
          <p:cNvSpPr/>
          <p:nvPr userDrawn="1"/>
        </p:nvSpPr>
        <p:spPr>
          <a:xfrm>
            <a:off x="-1" y="-9902"/>
            <a:ext cx="4236948"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a:cxnSpLocks/>
          </p:cNvCxnSpPr>
          <p:nvPr userDrawn="1"/>
        </p:nvCxnSpPr>
        <p:spPr>
          <a:xfrm flipH="1">
            <a:off x="4495800" y="589817"/>
            <a:ext cx="4367212"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20" name="Espace réservé du titre 1"/>
          <p:cNvSpPr txBox="1">
            <a:spLocks/>
          </p:cNvSpPr>
          <p:nvPr userDrawn="1"/>
        </p:nvSpPr>
        <p:spPr>
          <a:xfrm>
            <a:off x="5155923" y="1008526"/>
            <a:ext cx="3967978" cy="29620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endParaRPr lang="fr-FR" sz="1200" b="0" spc="0" dirty="0">
              <a:solidFill>
                <a:srgbClr val="231F20"/>
              </a:solidFill>
              <a:latin typeface="Franklin Gothic Book" panose="020B0503020102020204" pitchFamily="34" charset="0"/>
            </a:endParaRPr>
          </a:p>
        </p:txBody>
      </p:sp>
      <p:sp>
        <p:nvSpPr>
          <p:cNvPr id="66" name="Rectangle 65"/>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67"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Arial" panose="020B0604020202020204" pitchFamily="34" charset="0"/>
                <a:cs typeface="Arial" panose="020B0604020202020204" pitchFamily="34" charset="0"/>
              </a:defRPr>
            </a:lvl1pPr>
          </a:lstStyle>
          <a:p>
            <a:fld id="{44F284EE-E712-4408-A2B0-3F60E944B3CA}" type="datetimeFigureOut">
              <a:rPr lang="fr-FR" smtClean="0"/>
              <a:pPr/>
              <a:t>02/09/2026</a:t>
            </a:fld>
            <a:endParaRPr lang="fr-FR" dirty="0"/>
          </a:p>
        </p:txBody>
      </p:sp>
      <p:sp>
        <p:nvSpPr>
          <p:cNvPr id="69"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pic>
        <p:nvPicPr>
          <p:cNvPr id="3" name="Image 2">
            <a:extLst>
              <a:ext uri="{FF2B5EF4-FFF2-40B4-BE49-F238E27FC236}">
                <a16:creationId xmlns:a16="http://schemas.microsoft.com/office/drawing/2014/main" id="{2AA25BF7-7EBC-DA18-0C13-FDD0773FD15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9171"/>
          <a:stretch/>
        </p:blipFill>
        <p:spPr>
          <a:xfrm>
            <a:off x="2069" y="3509877"/>
            <a:ext cx="4234878" cy="2977131"/>
          </a:xfrm>
          <a:prstGeom prst="rect">
            <a:avLst/>
          </a:prstGeom>
        </p:spPr>
      </p:pic>
      <p:sp>
        <p:nvSpPr>
          <p:cNvPr id="11" name="Espace réservé du texte 10">
            <a:extLst>
              <a:ext uri="{FF2B5EF4-FFF2-40B4-BE49-F238E27FC236}">
                <a16:creationId xmlns:a16="http://schemas.microsoft.com/office/drawing/2014/main" id="{027AE769-CA5C-BF47-285F-1D21C44D6518}"/>
              </a:ext>
            </a:extLst>
          </p:cNvPr>
          <p:cNvSpPr>
            <a:spLocks noGrp="1"/>
          </p:cNvSpPr>
          <p:nvPr>
            <p:ph type="body" sz="quarter" idx="10" hasCustomPrompt="1"/>
          </p:nvPr>
        </p:nvSpPr>
        <p:spPr>
          <a:xfrm>
            <a:off x="4572000" y="1200150"/>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54" name="Titre 1"/>
          <p:cNvSpPr txBox="1">
            <a:spLocks/>
          </p:cNvSpPr>
          <p:nvPr userDrawn="1"/>
        </p:nvSpPr>
        <p:spPr>
          <a:xfrm rot="16200000">
            <a:off x="1848564" y="1481071"/>
            <a:ext cx="3525252" cy="581408"/>
          </a:xfrm>
          <a:prstGeom prst="rect">
            <a:avLst/>
          </a:prstGeom>
        </p:spPr>
        <p:txBody>
          <a:bodyPr anchor="b">
            <a:normAutofit/>
          </a:bodyPr>
          <a:lstStyle>
            <a:lvl1pPr algn="ct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000" dirty="0">
                <a:solidFill>
                  <a:schemeClr val="bg1"/>
                </a:solidFill>
              </a:rPr>
              <a:t>PLAN DE COURS</a:t>
            </a:r>
          </a:p>
        </p:txBody>
      </p:sp>
      <p:sp>
        <p:nvSpPr>
          <p:cNvPr id="38" name="Espace réservé du texte 10">
            <a:extLst>
              <a:ext uri="{FF2B5EF4-FFF2-40B4-BE49-F238E27FC236}">
                <a16:creationId xmlns:a16="http://schemas.microsoft.com/office/drawing/2014/main" id="{853BB963-CCF3-00EE-978C-BE504363653C}"/>
              </a:ext>
            </a:extLst>
          </p:cNvPr>
          <p:cNvSpPr>
            <a:spLocks noGrp="1"/>
          </p:cNvSpPr>
          <p:nvPr>
            <p:ph type="body" sz="quarter" idx="11" hasCustomPrompt="1"/>
          </p:nvPr>
        </p:nvSpPr>
        <p:spPr>
          <a:xfrm>
            <a:off x="4572000" y="1693202"/>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39" name="Espace réservé du texte 10">
            <a:extLst>
              <a:ext uri="{FF2B5EF4-FFF2-40B4-BE49-F238E27FC236}">
                <a16:creationId xmlns:a16="http://schemas.microsoft.com/office/drawing/2014/main" id="{DB068EC7-91AE-612D-BC47-A241F1C29BAD}"/>
              </a:ext>
            </a:extLst>
          </p:cNvPr>
          <p:cNvSpPr>
            <a:spLocks noGrp="1"/>
          </p:cNvSpPr>
          <p:nvPr>
            <p:ph type="body" sz="quarter" idx="12" hasCustomPrompt="1"/>
          </p:nvPr>
        </p:nvSpPr>
        <p:spPr>
          <a:xfrm>
            <a:off x="4572000" y="2184005"/>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40" name="Espace réservé du texte 10">
            <a:extLst>
              <a:ext uri="{FF2B5EF4-FFF2-40B4-BE49-F238E27FC236}">
                <a16:creationId xmlns:a16="http://schemas.microsoft.com/office/drawing/2014/main" id="{F118C720-CD84-95D8-99B8-78E9F7F54A4C}"/>
              </a:ext>
            </a:extLst>
          </p:cNvPr>
          <p:cNvSpPr>
            <a:spLocks noGrp="1"/>
          </p:cNvSpPr>
          <p:nvPr>
            <p:ph type="body" sz="quarter" idx="13" hasCustomPrompt="1"/>
          </p:nvPr>
        </p:nvSpPr>
        <p:spPr>
          <a:xfrm>
            <a:off x="4572000" y="2674808"/>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41" name="Espace réservé du texte 10">
            <a:extLst>
              <a:ext uri="{FF2B5EF4-FFF2-40B4-BE49-F238E27FC236}">
                <a16:creationId xmlns:a16="http://schemas.microsoft.com/office/drawing/2014/main" id="{BB552F55-8BEF-5CDD-FE7C-1350CC075200}"/>
              </a:ext>
            </a:extLst>
          </p:cNvPr>
          <p:cNvSpPr>
            <a:spLocks noGrp="1"/>
          </p:cNvSpPr>
          <p:nvPr>
            <p:ph type="body" sz="quarter" idx="14" hasCustomPrompt="1"/>
          </p:nvPr>
        </p:nvSpPr>
        <p:spPr>
          <a:xfrm>
            <a:off x="4572000" y="3165611"/>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43" name="Espace réservé du texte 10">
            <a:extLst>
              <a:ext uri="{FF2B5EF4-FFF2-40B4-BE49-F238E27FC236}">
                <a16:creationId xmlns:a16="http://schemas.microsoft.com/office/drawing/2014/main" id="{4806218F-EFF9-3EA2-008F-D4DA7732A6CF}"/>
              </a:ext>
            </a:extLst>
          </p:cNvPr>
          <p:cNvSpPr>
            <a:spLocks noGrp="1"/>
          </p:cNvSpPr>
          <p:nvPr>
            <p:ph type="body" sz="quarter" idx="15" hasCustomPrompt="1"/>
          </p:nvPr>
        </p:nvSpPr>
        <p:spPr>
          <a:xfrm>
            <a:off x="4614861" y="3651819"/>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44" name="Espace réservé du texte 10">
            <a:extLst>
              <a:ext uri="{FF2B5EF4-FFF2-40B4-BE49-F238E27FC236}">
                <a16:creationId xmlns:a16="http://schemas.microsoft.com/office/drawing/2014/main" id="{D6C14B5D-6EFF-CAAF-41D5-086400A959C5}"/>
              </a:ext>
            </a:extLst>
          </p:cNvPr>
          <p:cNvSpPr>
            <a:spLocks noGrp="1"/>
          </p:cNvSpPr>
          <p:nvPr>
            <p:ph type="body" sz="quarter" idx="16" hasCustomPrompt="1"/>
          </p:nvPr>
        </p:nvSpPr>
        <p:spPr>
          <a:xfrm>
            <a:off x="4614861" y="4124378"/>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
        <p:nvSpPr>
          <p:cNvPr id="52" name="Espace réservé du texte 10">
            <a:extLst>
              <a:ext uri="{FF2B5EF4-FFF2-40B4-BE49-F238E27FC236}">
                <a16:creationId xmlns:a16="http://schemas.microsoft.com/office/drawing/2014/main" id="{6A95E09A-4D97-04EE-30B6-F53BCA4E5E98}"/>
              </a:ext>
            </a:extLst>
          </p:cNvPr>
          <p:cNvSpPr>
            <a:spLocks noGrp="1"/>
          </p:cNvSpPr>
          <p:nvPr>
            <p:ph type="body" sz="quarter" idx="17" hasCustomPrompt="1"/>
          </p:nvPr>
        </p:nvSpPr>
        <p:spPr>
          <a:xfrm>
            <a:off x="4614860" y="4628830"/>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CHAPITRE ‹ N° › [ TITRE DU CHAPITRE ]</a:t>
            </a:r>
          </a:p>
        </p:txBody>
      </p:sp>
    </p:spTree>
    <p:extLst>
      <p:ext uri="{BB962C8B-B14F-4D97-AF65-F5344CB8AC3E}">
        <p14:creationId xmlns:p14="http://schemas.microsoft.com/office/powerpoint/2010/main" val="473338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 PLAN DE COURS (chapitres)">
    <p:spTree>
      <p:nvGrpSpPr>
        <p:cNvPr id="1" name=""/>
        <p:cNvGrpSpPr/>
        <p:nvPr/>
      </p:nvGrpSpPr>
      <p:grpSpPr>
        <a:xfrm>
          <a:off x="0" y="0"/>
          <a:ext cx="0" cy="0"/>
          <a:chOff x="0" y="0"/>
          <a:chExt cx="0" cy="0"/>
        </a:xfrm>
      </p:grpSpPr>
      <p:sp>
        <p:nvSpPr>
          <p:cNvPr id="7" name="Rectangle 6"/>
          <p:cNvSpPr/>
          <p:nvPr userDrawn="1"/>
        </p:nvSpPr>
        <p:spPr>
          <a:xfrm>
            <a:off x="-1" y="-8476"/>
            <a:ext cx="4252479"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3A221D19-DB9D-9AA5-4511-5A505AFF936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8990" t="-373" b="10727"/>
          <a:stretch/>
        </p:blipFill>
        <p:spPr>
          <a:xfrm>
            <a:off x="-3241" y="3491485"/>
            <a:ext cx="4264352" cy="3016758"/>
          </a:xfrm>
          <a:prstGeom prst="rect">
            <a:avLst/>
          </a:prstGeom>
        </p:spPr>
      </p:pic>
      <p:sp>
        <p:nvSpPr>
          <p:cNvPr id="108" name="Rectangle 107"/>
          <p:cNvSpPr/>
          <p:nvPr userDrawn="1"/>
        </p:nvSpPr>
        <p:spPr>
          <a:xfrm>
            <a:off x="4235116" y="0"/>
            <a:ext cx="4908884" cy="6485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a:cxnSpLocks/>
          </p:cNvCxnSpPr>
          <p:nvPr userDrawn="1"/>
        </p:nvCxnSpPr>
        <p:spPr>
          <a:xfrm flipH="1">
            <a:off x="4486275" y="542192"/>
            <a:ext cx="4376738"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20" name="Espace réservé du titre 1"/>
          <p:cNvSpPr txBox="1">
            <a:spLocks/>
          </p:cNvSpPr>
          <p:nvPr userDrawn="1"/>
        </p:nvSpPr>
        <p:spPr>
          <a:xfrm>
            <a:off x="5155923" y="1008526"/>
            <a:ext cx="3967978" cy="29620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endParaRPr lang="fr-FR" sz="1200" b="0" spc="0" dirty="0">
              <a:solidFill>
                <a:srgbClr val="231F20"/>
              </a:solidFill>
              <a:latin typeface="Franklin Gothic Book" panose="020B0503020102020204" pitchFamily="34" charset="0"/>
            </a:endParaRPr>
          </a:p>
        </p:txBody>
      </p:sp>
      <p:sp>
        <p:nvSpPr>
          <p:cNvPr id="66" name="Rectangle 65"/>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solidFill>
                <a:schemeClr val="bg1"/>
              </a:solidFill>
            </a:endParaRPr>
          </a:p>
        </p:txBody>
      </p:sp>
      <p:sp>
        <p:nvSpPr>
          <p:cNvPr id="67"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Arial" panose="020B0604020202020204" pitchFamily="34" charset="0"/>
                <a:cs typeface="Arial" panose="020B0604020202020204" pitchFamily="34" charset="0"/>
              </a:defRPr>
            </a:lvl1pPr>
          </a:lstStyle>
          <a:p>
            <a:fld id="{44F284EE-E712-4408-A2B0-3F60E944B3CA}" type="datetimeFigureOut">
              <a:rPr lang="fr-FR" smtClean="0"/>
              <a:pPr/>
              <a:t>02/09/2026</a:t>
            </a:fld>
            <a:endParaRPr lang="fr-FR" dirty="0"/>
          </a:p>
        </p:txBody>
      </p:sp>
      <p:sp>
        <p:nvSpPr>
          <p:cNvPr id="69"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21" name="Espace réservé du texte 10">
            <a:extLst>
              <a:ext uri="{FF2B5EF4-FFF2-40B4-BE49-F238E27FC236}">
                <a16:creationId xmlns:a16="http://schemas.microsoft.com/office/drawing/2014/main" id="{49D6C9C5-E37C-872B-3B33-DC0D713CDBEC}"/>
              </a:ext>
            </a:extLst>
          </p:cNvPr>
          <p:cNvSpPr>
            <a:spLocks noGrp="1"/>
          </p:cNvSpPr>
          <p:nvPr>
            <p:ph type="body" sz="quarter" idx="10" hasCustomPrompt="1"/>
          </p:nvPr>
        </p:nvSpPr>
        <p:spPr>
          <a:xfrm>
            <a:off x="4572000" y="1171457"/>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104" name="Titre 1"/>
          <p:cNvSpPr txBox="1">
            <a:spLocks/>
          </p:cNvSpPr>
          <p:nvPr userDrawn="1"/>
        </p:nvSpPr>
        <p:spPr>
          <a:xfrm rot="16200000">
            <a:off x="1974419" y="1501456"/>
            <a:ext cx="3525252" cy="581408"/>
          </a:xfrm>
          <a:prstGeom prst="rect">
            <a:avLst/>
          </a:prstGeom>
        </p:spPr>
        <p:txBody>
          <a:bodyPr anchor="b">
            <a:normAutofit/>
          </a:bodyPr>
          <a:lstStyle>
            <a:lvl1pPr algn="ct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000" dirty="0">
                <a:solidFill>
                  <a:schemeClr val="bg1"/>
                </a:solidFill>
              </a:rPr>
              <a:t>PLAN DE COURS</a:t>
            </a:r>
          </a:p>
        </p:txBody>
      </p:sp>
      <p:sp>
        <p:nvSpPr>
          <p:cNvPr id="22" name="Espace réservé du texte 10">
            <a:extLst>
              <a:ext uri="{FF2B5EF4-FFF2-40B4-BE49-F238E27FC236}">
                <a16:creationId xmlns:a16="http://schemas.microsoft.com/office/drawing/2014/main" id="{CF89C723-1C4A-2A9C-CDCF-08C38E666DB9}"/>
              </a:ext>
            </a:extLst>
          </p:cNvPr>
          <p:cNvSpPr>
            <a:spLocks noGrp="1"/>
          </p:cNvSpPr>
          <p:nvPr>
            <p:ph type="body" sz="quarter" idx="11" hasCustomPrompt="1"/>
          </p:nvPr>
        </p:nvSpPr>
        <p:spPr>
          <a:xfrm>
            <a:off x="4572000" y="1619059"/>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4" name="Espace réservé du texte 10">
            <a:extLst>
              <a:ext uri="{FF2B5EF4-FFF2-40B4-BE49-F238E27FC236}">
                <a16:creationId xmlns:a16="http://schemas.microsoft.com/office/drawing/2014/main" id="{D2330EB8-D77B-7647-B84D-159F715A333C}"/>
              </a:ext>
            </a:extLst>
          </p:cNvPr>
          <p:cNvSpPr>
            <a:spLocks noGrp="1"/>
          </p:cNvSpPr>
          <p:nvPr>
            <p:ph type="body" sz="quarter" idx="12" hasCustomPrompt="1"/>
          </p:nvPr>
        </p:nvSpPr>
        <p:spPr>
          <a:xfrm>
            <a:off x="4572000" y="2064996"/>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5" name="Espace réservé du texte 10">
            <a:extLst>
              <a:ext uri="{FF2B5EF4-FFF2-40B4-BE49-F238E27FC236}">
                <a16:creationId xmlns:a16="http://schemas.microsoft.com/office/drawing/2014/main" id="{D2D90ED7-C721-2DEF-0722-12E6A060A2EB}"/>
              </a:ext>
            </a:extLst>
          </p:cNvPr>
          <p:cNvSpPr>
            <a:spLocks noGrp="1"/>
          </p:cNvSpPr>
          <p:nvPr>
            <p:ph type="body" sz="quarter" idx="13" hasCustomPrompt="1"/>
          </p:nvPr>
        </p:nvSpPr>
        <p:spPr>
          <a:xfrm>
            <a:off x="4572000" y="2512768"/>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7" name="Espace réservé du texte 10">
            <a:extLst>
              <a:ext uri="{FF2B5EF4-FFF2-40B4-BE49-F238E27FC236}">
                <a16:creationId xmlns:a16="http://schemas.microsoft.com/office/drawing/2014/main" id="{B0CD0045-1623-1F6B-2730-0650D2532529}"/>
              </a:ext>
            </a:extLst>
          </p:cNvPr>
          <p:cNvSpPr>
            <a:spLocks noGrp="1"/>
          </p:cNvSpPr>
          <p:nvPr>
            <p:ph type="body" sz="quarter" idx="14" hasCustomPrompt="1"/>
          </p:nvPr>
        </p:nvSpPr>
        <p:spPr>
          <a:xfrm>
            <a:off x="4572000" y="2964943"/>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8" name="Espace réservé du texte 10">
            <a:extLst>
              <a:ext uri="{FF2B5EF4-FFF2-40B4-BE49-F238E27FC236}">
                <a16:creationId xmlns:a16="http://schemas.microsoft.com/office/drawing/2014/main" id="{060F7A30-3A9F-73BF-A390-2531F2537F35}"/>
              </a:ext>
            </a:extLst>
          </p:cNvPr>
          <p:cNvSpPr>
            <a:spLocks noGrp="1"/>
          </p:cNvSpPr>
          <p:nvPr>
            <p:ph type="body" sz="quarter" idx="15" hasCustomPrompt="1"/>
          </p:nvPr>
        </p:nvSpPr>
        <p:spPr>
          <a:xfrm>
            <a:off x="4572000" y="3422325"/>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9" name="Espace réservé du texte 10">
            <a:extLst>
              <a:ext uri="{FF2B5EF4-FFF2-40B4-BE49-F238E27FC236}">
                <a16:creationId xmlns:a16="http://schemas.microsoft.com/office/drawing/2014/main" id="{7337DE04-8FD3-1E52-B090-8EE0D83D75EF}"/>
              </a:ext>
            </a:extLst>
          </p:cNvPr>
          <p:cNvSpPr>
            <a:spLocks noGrp="1"/>
          </p:cNvSpPr>
          <p:nvPr>
            <p:ph type="body" sz="quarter" idx="16" hasCustomPrompt="1"/>
          </p:nvPr>
        </p:nvSpPr>
        <p:spPr>
          <a:xfrm>
            <a:off x="4572000" y="3869111"/>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30" name="Espace réservé du texte 10">
            <a:extLst>
              <a:ext uri="{FF2B5EF4-FFF2-40B4-BE49-F238E27FC236}">
                <a16:creationId xmlns:a16="http://schemas.microsoft.com/office/drawing/2014/main" id="{3B3432ED-50A2-1E18-E7E6-15F09FBB9D39}"/>
              </a:ext>
            </a:extLst>
          </p:cNvPr>
          <p:cNvSpPr>
            <a:spLocks noGrp="1"/>
          </p:cNvSpPr>
          <p:nvPr>
            <p:ph type="body" sz="quarter" idx="17" hasCustomPrompt="1"/>
          </p:nvPr>
        </p:nvSpPr>
        <p:spPr>
          <a:xfrm>
            <a:off x="4572000" y="4322982"/>
            <a:ext cx="4291013" cy="296208"/>
          </a:xfrm>
          <a:prstGeom prst="rect">
            <a:avLst/>
          </a:prstGeom>
        </p:spPr>
        <p:txBody>
          <a:bodyPr/>
          <a:lstStyle>
            <a:lvl1pPr>
              <a:defRPr sz="1600" b="1">
                <a:solidFill>
                  <a:srgbClr val="101024"/>
                </a:solidFill>
                <a:latin typeface="Arial" panose="020B0604020202020204" pitchFamily="34" charset="0"/>
                <a:cs typeface="Arial" panose="020B0604020202020204" pitchFamily="34" charset="0"/>
              </a:defRPr>
            </a:lvl1pPr>
          </a:lstStyle>
          <a:p>
            <a:pPr lvl="0"/>
            <a:r>
              <a:rPr lang="fr-FR" dirty="0"/>
              <a:t>‹ N° › TITRE DU CHAPITRE</a:t>
            </a:r>
          </a:p>
        </p:txBody>
      </p:sp>
      <p:sp>
        <p:nvSpPr>
          <p:cNvPr id="26" name="Espace réservé du texte 7">
            <a:extLst>
              <a:ext uri="{FF2B5EF4-FFF2-40B4-BE49-F238E27FC236}">
                <a16:creationId xmlns:a16="http://schemas.microsoft.com/office/drawing/2014/main" id="{35224449-C18E-507F-0AE1-34FB60DABB90}"/>
              </a:ext>
            </a:extLst>
          </p:cNvPr>
          <p:cNvSpPr>
            <a:spLocks noGrp="1"/>
          </p:cNvSpPr>
          <p:nvPr>
            <p:ph type="body" sz="quarter" idx="19" hasCustomPrompt="1"/>
          </p:nvPr>
        </p:nvSpPr>
        <p:spPr>
          <a:xfrm>
            <a:off x="379678" y="458736"/>
            <a:ext cx="2951994" cy="2658558"/>
          </a:xfrm>
          <a:prstGeom prst="rect">
            <a:avLst/>
          </a:prstGeom>
        </p:spPr>
        <p:txBody>
          <a:bodyPr/>
          <a:lstStyle>
            <a:lvl1pPr>
              <a:defRPr sz="11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Introduction du plan du cours</a:t>
            </a:r>
          </a:p>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aliqua.Ut</a:t>
            </a:r>
            <a:r>
              <a:rPr lang="fr-FR" dirty="0"/>
              <a: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Tree>
    <p:extLst>
      <p:ext uri="{BB962C8B-B14F-4D97-AF65-F5344CB8AC3E}">
        <p14:creationId xmlns:p14="http://schemas.microsoft.com/office/powerpoint/2010/main" val="874039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du chapitre">
    <p:spTree>
      <p:nvGrpSpPr>
        <p:cNvPr id="1" name=""/>
        <p:cNvGrpSpPr/>
        <p:nvPr/>
      </p:nvGrpSpPr>
      <p:grpSpPr>
        <a:xfrm>
          <a:off x="0" y="0"/>
          <a:ext cx="0" cy="0"/>
          <a:chOff x="0" y="0"/>
          <a:chExt cx="0" cy="0"/>
        </a:xfrm>
      </p:grpSpPr>
      <p:sp>
        <p:nvSpPr>
          <p:cNvPr id="21" name="Rectangle 20"/>
          <p:cNvSpPr/>
          <p:nvPr userDrawn="1"/>
        </p:nvSpPr>
        <p:spPr>
          <a:xfrm>
            <a:off x="3338286" y="3013116"/>
            <a:ext cx="5814226" cy="3489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userDrawn="1"/>
        </p:nvSpPr>
        <p:spPr>
          <a:xfrm>
            <a:off x="0" y="3013116"/>
            <a:ext cx="3338286" cy="3489284"/>
          </a:xfrm>
          <a:prstGeom prst="rect">
            <a:avLst/>
          </a:prstGeom>
          <a:solidFill>
            <a:srgbClr val="C221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userDrawn="1"/>
        </p:nvSpPr>
        <p:spPr>
          <a:xfrm>
            <a:off x="0" y="-65953"/>
            <a:ext cx="9144000" cy="3079069"/>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4"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16"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a:t>
            </a:r>
            <a:r>
              <a:rPr lang="fr-FR" dirty="0">
                <a:latin typeface="Arial" panose="020B0604020202020204" pitchFamily="34" charset="0"/>
                <a:cs typeface="Arial" panose="020B0604020202020204" pitchFamily="34" charset="0"/>
              </a:rPr>
              <a:t>55</a:t>
            </a:r>
            <a:r>
              <a:rPr lang="fr-FR" dirty="0"/>
              <a:t> 25 28 00</a:t>
            </a:r>
          </a:p>
        </p:txBody>
      </p:sp>
      <p:pic>
        <p:nvPicPr>
          <p:cNvPr id="6" name="Image 5">
            <a:extLst>
              <a:ext uri="{FF2B5EF4-FFF2-40B4-BE49-F238E27FC236}">
                <a16:creationId xmlns:a16="http://schemas.microsoft.com/office/drawing/2014/main" id="{5B24D293-20BE-AD46-1985-5662B3D9EB0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8054" r="99" b="35180"/>
          <a:stretch/>
        </p:blipFill>
        <p:spPr>
          <a:xfrm>
            <a:off x="777" y="-63372"/>
            <a:ext cx="9143223" cy="3076471"/>
          </a:xfrm>
          <a:prstGeom prst="rect">
            <a:avLst/>
          </a:prstGeom>
        </p:spPr>
      </p:pic>
      <p:sp>
        <p:nvSpPr>
          <p:cNvPr id="5" name="Espace réservé du texte 4">
            <a:extLst>
              <a:ext uri="{FF2B5EF4-FFF2-40B4-BE49-F238E27FC236}">
                <a16:creationId xmlns:a16="http://schemas.microsoft.com/office/drawing/2014/main" id="{852B24D5-ADE0-6EF2-7937-187E6A43815E}"/>
              </a:ext>
            </a:extLst>
          </p:cNvPr>
          <p:cNvSpPr>
            <a:spLocks noGrp="1"/>
          </p:cNvSpPr>
          <p:nvPr>
            <p:ph type="body" sz="quarter" idx="10" hasCustomPrompt="1"/>
          </p:nvPr>
        </p:nvSpPr>
        <p:spPr>
          <a:xfrm>
            <a:off x="295275" y="3013099"/>
            <a:ext cx="2779487" cy="3475605"/>
          </a:xfrm>
          <a:prstGeom prst="rect">
            <a:avLst/>
          </a:prstGeom>
        </p:spPr>
        <p:txBody>
          <a:bodyPr/>
          <a:lstStyle>
            <a:lvl1pPr algn="ctr">
              <a:lnSpc>
                <a:spcPct val="300000"/>
              </a:lnSpc>
              <a:defRPr sz="5400" b="1">
                <a:solidFill>
                  <a:schemeClr val="bg1"/>
                </a:solidFill>
                <a:latin typeface="Arial" panose="020B0604020202020204" pitchFamily="34" charset="0"/>
                <a:cs typeface="Arial" panose="020B0604020202020204" pitchFamily="34" charset="0"/>
              </a:defRPr>
            </a:lvl1pPr>
          </a:lstStyle>
          <a:p>
            <a:pPr lvl="0"/>
            <a:r>
              <a:rPr lang="fr-FR" dirty="0"/>
              <a:t>‹N°›</a:t>
            </a:r>
          </a:p>
        </p:txBody>
      </p:sp>
      <p:sp>
        <p:nvSpPr>
          <p:cNvPr id="10" name="Espace réservé du texte 9">
            <a:extLst>
              <a:ext uri="{FF2B5EF4-FFF2-40B4-BE49-F238E27FC236}">
                <a16:creationId xmlns:a16="http://schemas.microsoft.com/office/drawing/2014/main" id="{3601F3BD-7859-DF27-4293-F66634858AB9}"/>
              </a:ext>
            </a:extLst>
          </p:cNvPr>
          <p:cNvSpPr>
            <a:spLocks noGrp="1"/>
          </p:cNvSpPr>
          <p:nvPr>
            <p:ph type="body" sz="quarter" idx="11" hasCustomPrompt="1"/>
          </p:nvPr>
        </p:nvSpPr>
        <p:spPr>
          <a:xfrm>
            <a:off x="3620180" y="4381500"/>
            <a:ext cx="5372100" cy="971550"/>
          </a:xfrm>
          <a:prstGeom prst="rect">
            <a:avLst/>
          </a:prstGeom>
        </p:spPr>
        <p:txBody>
          <a:bodyPr/>
          <a:lstStyle>
            <a:lvl1pPr algn="ctr">
              <a:defRPr sz="3600" b="1">
                <a:solidFill>
                  <a:srgbClr val="C2211D"/>
                </a:solidFill>
                <a:latin typeface="Arial" panose="020B0604020202020204" pitchFamily="34" charset="0"/>
                <a:cs typeface="Arial" panose="020B0604020202020204" pitchFamily="34" charset="0"/>
              </a:defRPr>
            </a:lvl1pPr>
          </a:lstStyle>
          <a:p>
            <a:pPr lvl="0"/>
            <a:r>
              <a:rPr lang="fr-FR" dirty="0"/>
              <a:t>[ TITRE DE CHAPITRE ]</a:t>
            </a:r>
          </a:p>
        </p:txBody>
      </p:sp>
    </p:spTree>
    <p:extLst>
      <p:ext uri="{BB962C8B-B14F-4D97-AF65-F5344CB8AC3E}">
        <p14:creationId xmlns:p14="http://schemas.microsoft.com/office/powerpoint/2010/main" val="3154146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Descriptif et objectifs du cours">
    <p:spTree>
      <p:nvGrpSpPr>
        <p:cNvPr id="1" name=""/>
        <p:cNvGrpSpPr/>
        <p:nvPr/>
      </p:nvGrpSpPr>
      <p:grpSpPr>
        <a:xfrm>
          <a:off x="0" y="0"/>
          <a:ext cx="0" cy="0"/>
          <a:chOff x="0" y="0"/>
          <a:chExt cx="0" cy="0"/>
        </a:xfrm>
      </p:grpSpPr>
      <p:sp>
        <p:nvSpPr>
          <p:cNvPr id="25" name="Rectangle 24"/>
          <p:cNvSpPr/>
          <p:nvPr userDrawn="1"/>
        </p:nvSpPr>
        <p:spPr>
          <a:xfrm>
            <a:off x="0" y="-2840"/>
            <a:ext cx="4656221" cy="6488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37"/>
          <p:cNvSpPr/>
          <p:nvPr userDrawn="1"/>
        </p:nvSpPr>
        <p:spPr>
          <a:xfrm>
            <a:off x="4235114" y="0"/>
            <a:ext cx="4917398"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9"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Arial" panose="020B0604020202020204" pitchFamily="34" charset="0"/>
                <a:cs typeface="Arial" panose="020B0604020202020204" pitchFamily="34" charset="0"/>
              </a:defRPr>
            </a:lvl1pPr>
          </a:lstStyle>
          <a:p>
            <a:fld id="{44F284EE-E712-4408-A2B0-3F60E944B3CA}" type="datetimeFigureOut">
              <a:rPr lang="fr-FR" smtClean="0"/>
              <a:pPr/>
              <a:t>02/09/2026</a:t>
            </a:fld>
            <a:endParaRPr lang="fr-FR" dirty="0"/>
          </a:p>
        </p:txBody>
      </p:sp>
      <p:sp>
        <p:nvSpPr>
          <p:cNvPr id="20"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Arial" panose="020B0604020202020204" pitchFamily="34" charset="0"/>
                <a:cs typeface="Arial" panose="020B0604020202020204" pitchFamily="34" charset="0"/>
              </a:defRPr>
            </a:lvl1pPr>
          </a:lstStyle>
          <a:p>
            <a:r>
              <a:rPr lang="fr-FR" dirty="0"/>
              <a:t>www.doranco.fr | 01 55 25 28 00</a:t>
            </a:r>
          </a:p>
        </p:txBody>
      </p:sp>
      <p:cxnSp>
        <p:nvCxnSpPr>
          <p:cNvPr id="33" name="Connecteur droit 32"/>
          <p:cNvCxnSpPr>
            <a:cxnSpLocks/>
          </p:cNvCxnSpPr>
          <p:nvPr userDrawn="1"/>
        </p:nvCxnSpPr>
        <p:spPr>
          <a:xfrm flipH="1">
            <a:off x="4572000" y="542192"/>
            <a:ext cx="4257675"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pic>
        <p:nvPicPr>
          <p:cNvPr id="34" name="Image 33"/>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4741603" y="1852307"/>
            <a:ext cx="1437905" cy="479555"/>
          </a:xfrm>
          <a:prstGeom prst="rect">
            <a:avLst/>
          </a:prstGeom>
          <a:noFill/>
        </p:spPr>
      </p:pic>
      <p:sp>
        <p:nvSpPr>
          <p:cNvPr id="35" name="Espace réservé du texte 2"/>
          <p:cNvSpPr txBox="1">
            <a:spLocks/>
          </p:cNvSpPr>
          <p:nvPr userDrawn="1"/>
        </p:nvSpPr>
        <p:spPr>
          <a:xfrm>
            <a:off x="5541557" y="1861995"/>
            <a:ext cx="3158432" cy="47069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fr-FR" sz="2000" b="1" dirty="0">
                <a:solidFill>
                  <a:schemeClr val="bg1"/>
                </a:solidFill>
                <a:latin typeface="Arial" panose="020B0604020202020204" pitchFamily="34" charset="0"/>
                <a:cs typeface="Arial" panose="020B0604020202020204" pitchFamily="34" charset="0"/>
              </a:rPr>
              <a:t>LES</a:t>
            </a:r>
            <a:r>
              <a:rPr lang="fr-FR" sz="2000" b="1" baseline="0" dirty="0">
                <a:solidFill>
                  <a:schemeClr val="bg1"/>
                </a:solidFill>
                <a:latin typeface="Arial" panose="020B0604020202020204" pitchFamily="34" charset="0"/>
                <a:cs typeface="Arial" panose="020B0604020202020204" pitchFamily="34" charset="0"/>
              </a:rPr>
              <a:t> OBJECTIFS</a:t>
            </a:r>
            <a:endParaRPr lang="fr-FR" sz="2000" b="1" dirty="0">
              <a:solidFill>
                <a:schemeClr val="bg1"/>
              </a:solidFill>
              <a:latin typeface="Arial" panose="020B0604020202020204" pitchFamily="34" charset="0"/>
              <a:cs typeface="Arial" panose="020B0604020202020204" pitchFamily="34" charset="0"/>
            </a:endParaRPr>
          </a:p>
        </p:txBody>
      </p:sp>
      <p:sp>
        <p:nvSpPr>
          <p:cNvPr id="3" name="Espace réservé du texte 2">
            <a:extLst>
              <a:ext uri="{FF2B5EF4-FFF2-40B4-BE49-F238E27FC236}">
                <a16:creationId xmlns:a16="http://schemas.microsoft.com/office/drawing/2014/main" id="{F7B716B4-C600-680C-3685-5EC48337D566}"/>
              </a:ext>
            </a:extLst>
          </p:cNvPr>
          <p:cNvSpPr>
            <a:spLocks noGrp="1"/>
          </p:cNvSpPr>
          <p:nvPr>
            <p:ph type="body" sz="quarter" idx="10" hasCustomPrompt="1"/>
          </p:nvPr>
        </p:nvSpPr>
        <p:spPr>
          <a:xfrm>
            <a:off x="3901412" y="6512072"/>
            <a:ext cx="2076450" cy="363132"/>
          </a:xfrm>
          <a:prstGeom prst="rect">
            <a:avLst/>
          </a:prstGeom>
        </p:spPr>
        <p:txBody>
          <a:bodyPr/>
          <a:lstStyle>
            <a:lvl1pPr algn="ctr">
              <a:lnSpc>
                <a:spcPct val="150000"/>
              </a:lnSpc>
              <a:defRPr sz="1100">
                <a:solidFill>
                  <a:schemeClr val="bg1"/>
                </a:solidFill>
                <a:latin typeface="Arial" panose="020B0604020202020204" pitchFamily="34" charset="0"/>
                <a:cs typeface="Arial" panose="020B0604020202020204" pitchFamily="34" charset="0"/>
              </a:defRPr>
            </a:lvl1pPr>
          </a:lstStyle>
          <a:p>
            <a:pPr lvl="0"/>
            <a:r>
              <a:rPr lang="fr-FR" dirty="0"/>
              <a:t>‹ N° ›</a:t>
            </a:r>
          </a:p>
        </p:txBody>
      </p:sp>
      <p:sp>
        <p:nvSpPr>
          <p:cNvPr id="5" name="Espace réservé du texte 4">
            <a:extLst>
              <a:ext uri="{FF2B5EF4-FFF2-40B4-BE49-F238E27FC236}">
                <a16:creationId xmlns:a16="http://schemas.microsoft.com/office/drawing/2014/main" id="{92205014-2A28-881D-90AB-417ED5F2961F}"/>
              </a:ext>
            </a:extLst>
          </p:cNvPr>
          <p:cNvSpPr>
            <a:spLocks noGrp="1"/>
          </p:cNvSpPr>
          <p:nvPr>
            <p:ph type="body" sz="quarter" idx="11" hasCustomPrompt="1"/>
          </p:nvPr>
        </p:nvSpPr>
        <p:spPr>
          <a:xfrm>
            <a:off x="325721" y="1846823"/>
            <a:ext cx="3909393" cy="499145"/>
          </a:xfrm>
          <a:prstGeom prst="rect">
            <a:avLst/>
          </a:prstGeom>
        </p:spPr>
        <p:txBody>
          <a:bodyPr/>
          <a:lstStyle>
            <a:lvl1pPr>
              <a:defRPr sz="2500" b="1">
                <a:solidFill>
                  <a:srgbClr val="C2211D"/>
                </a:solidFill>
                <a:latin typeface="Arial" panose="020B0604020202020204" pitchFamily="34" charset="0"/>
                <a:cs typeface="Arial" panose="020B0604020202020204" pitchFamily="34" charset="0"/>
              </a:defRPr>
            </a:lvl1pPr>
          </a:lstStyle>
          <a:p>
            <a:pPr lvl="0"/>
            <a:r>
              <a:rPr lang="fr-FR" dirty="0"/>
              <a:t>[ TITRE DE CHAPITRE ]</a:t>
            </a:r>
          </a:p>
        </p:txBody>
      </p:sp>
      <p:sp>
        <p:nvSpPr>
          <p:cNvPr id="15" name="Espace réservé du texte 7">
            <a:extLst>
              <a:ext uri="{FF2B5EF4-FFF2-40B4-BE49-F238E27FC236}">
                <a16:creationId xmlns:a16="http://schemas.microsoft.com/office/drawing/2014/main" id="{78F86329-D3CC-5531-5E7E-265A9104FEC8}"/>
              </a:ext>
            </a:extLst>
          </p:cNvPr>
          <p:cNvSpPr>
            <a:spLocks noGrp="1"/>
          </p:cNvSpPr>
          <p:nvPr>
            <p:ph type="body" sz="quarter" idx="13" hasCustomPrompt="1"/>
          </p:nvPr>
        </p:nvSpPr>
        <p:spPr>
          <a:xfrm>
            <a:off x="361059" y="2521149"/>
            <a:ext cx="3586162" cy="3602814"/>
          </a:xfrm>
          <a:prstGeom prst="rect">
            <a:avLst/>
          </a:prstGeom>
        </p:spPr>
        <p:txBody>
          <a:bodyPr/>
          <a:lstStyle>
            <a:lvl1pPr>
              <a:defRPr sz="1100">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Texte d’introduction du chapitre</a:t>
            </a:r>
          </a:p>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
        <p:nvSpPr>
          <p:cNvPr id="17" name="Espace réservé du texte 7">
            <a:extLst>
              <a:ext uri="{FF2B5EF4-FFF2-40B4-BE49-F238E27FC236}">
                <a16:creationId xmlns:a16="http://schemas.microsoft.com/office/drawing/2014/main" id="{B737ECA9-A1F5-BF5C-8C4C-E879C4D9A086}"/>
              </a:ext>
            </a:extLst>
          </p:cNvPr>
          <p:cNvSpPr>
            <a:spLocks noGrp="1"/>
          </p:cNvSpPr>
          <p:nvPr>
            <p:ph type="body" sz="quarter" idx="14" hasCustomPrompt="1"/>
          </p:nvPr>
        </p:nvSpPr>
        <p:spPr>
          <a:xfrm>
            <a:off x="4741603" y="2521149"/>
            <a:ext cx="4088072" cy="3518924"/>
          </a:xfrm>
          <a:prstGeom prst="rect">
            <a:avLst/>
          </a:prstGeom>
        </p:spPr>
        <p:txBody>
          <a:bodyPr/>
          <a:lstStyle>
            <a:lvl1pPr marL="0" indent="0">
              <a:lnSpc>
                <a:spcPct val="200000"/>
              </a:lnSpc>
              <a:buNone/>
              <a:defRPr sz="1100">
                <a:latin typeface="+mj-lt"/>
              </a:defRPr>
            </a:lvl1pPr>
            <a:lvl2pPr>
              <a:defRPr>
                <a:latin typeface="+mj-lt"/>
              </a:defRPr>
            </a:lvl2pPr>
            <a:lvl3pPr>
              <a:defRPr>
                <a:latin typeface="+mj-lt"/>
              </a:defRPr>
            </a:lvl3pPr>
            <a:lvl4pPr>
              <a:defRPr>
                <a:latin typeface="+mj-lt"/>
              </a:defRPr>
            </a:lvl4pPr>
            <a:lvl5pPr>
              <a:defRPr>
                <a:latin typeface="+mj-lt"/>
              </a:defRPr>
            </a:lvl5pPr>
          </a:lstStyle>
          <a:p>
            <a:pPr marL="171450" indent="-171450">
              <a:lnSpc>
                <a:spcPct val="100000"/>
              </a:lnSpc>
              <a:buClr>
                <a:schemeClr val="bg1"/>
              </a:buClr>
              <a:buSzPct val="150000"/>
              <a:buFont typeface="Arial" panose="020B0604020202020204" pitchFamily="34" charset="0"/>
              <a:buChar char="•"/>
            </a:pPr>
            <a:r>
              <a:rPr lang="fr-FR" sz="1100" baseline="0" dirty="0">
                <a:solidFill>
                  <a:schemeClr val="bg1"/>
                </a:solidFill>
                <a:latin typeface="Arial" panose="020B0604020202020204" pitchFamily="34" charset="0"/>
                <a:cs typeface="Arial" panose="020B0604020202020204" pitchFamily="34" charset="0"/>
              </a:rPr>
              <a:t>Lo</a:t>
            </a:r>
            <a:r>
              <a:rPr lang="fr-FR" sz="1100" dirty="0">
                <a:solidFill>
                  <a:schemeClr val="bg1"/>
                </a:solidFill>
                <a:latin typeface="Arial" panose="020B0604020202020204" pitchFamily="34" charset="0"/>
                <a:cs typeface="Arial" panose="020B0604020202020204" pitchFamily="34" charset="0"/>
              </a:rPr>
              <a:t> Lorem ipsum dolor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consectetur adipiscing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Nam sodales </a:t>
            </a:r>
            <a:r>
              <a:rPr lang="fr-FR" sz="1100" dirty="0" err="1">
                <a:solidFill>
                  <a:schemeClr val="bg1"/>
                </a:solidFill>
                <a:latin typeface="Arial" panose="020B0604020202020204" pitchFamily="34" charset="0"/>
                <a:cs typeface="Arial" panose="020B0604020202020204" pitchFamily="34" charset="0"/>
              </a:rPr>
              <a:t>lacus</a:t>
            </a:r>
            <a:r>
              <a:rPr lang="fr-FR" sz="1100" dirty="0">
                <a:solidFill>
                  <a:schemeClr val="bg1"/>
                </a:solidFill>
                <a:latin typeface="Arial" panose="020B0604020202020204" pitchFamily="34" charset="0"/>
                <a:cs typeface="Arial" panose="020B0604020202020204" pitchFamily="34" charset="0"/>
              </a:rPr>
              <a:t> nec </a:t>
            </a:r>
            <a:r>
              <a:rPr lang="fr-FR" sz="1100" dirty="0" err="1">
                <a:solidFill>
                  <a:schemeClr val="bg1"/>
                </a:solidFill>
                <a:latin typeface="Arial" panose="020B0604020202020204" pitchFamily="34" charset="0"/>
                <a:cs typeface="Arial" panose="020B0604020202020204" pitchFamily="34" charset="0"/>
              </a:rPr>
              <a:t>ligula</a:t>
            </a:r>
            <a:r>
              <a:rPr lang="fr-FR" sz="1100" dirty="0">
                <a:solidFill>
                  <a:schemeClr val="bg1"/>
                </a:solidFill>
                <a:latin typeface="Arial" panose="020B0604020202020204" pitchFamily="34" charset="0"/>
                <a:cs typeface="Arial" panose="020B0604020202020204" pitchFamily="34" charset="0"/>
              </a:rPr>
              <a:t> rhoncus </a:t>
            </a:r>
            <a:r>
              <a:rPr lang="fr-FR" sz="1100" dirty="0" err="1">
                <a:solidFill>
                  <a:schemeClr val="bg1"/>
                </a:solidFill>
                <a:latin typeface="Arial" panose="020B0604020202020204" pitchFamily="34" charset="0"/>
                <a:cs typeface="Arial" panose="020B0604020202020204" pitchFamily="34" charset="0"/>
              </a:rPr>
              <a:t>iaculis</a:t>
            </a:r>
            <a:r>
              <a:rPr lang="fr-FR" sz="1100" dirty="0">
                <a:solidFill>
                  <a:schemeClr val="bg1"/>
                </a:solidFill>
                <a:latin typeface="Arial" panose="020B0604020202020204" pitchFamily="34" charset="0"/>
                <a:cs typeface="Arial" panose="020B0604020202020204" pitchFamily="34" charset="0"/>
              </a:rPr>
              <a:t>.</a:t>
            </a:r>
          </a:p>
          <a:p>
            <a:pPr marL="171450" marR="0" lvl="0" indent="-171450" algn="l" defTabSz="914400" rtl="0" eaLnBrk="1" fontAlgn="auto" latinLnBrk="0" hangingPunct="1">
              <a:lnSpc>
                <a:spcPct val="100000"/>
              </a:lnSpc>
              <a:spcBef>
                <a:spcPts val="1000"/>
              </a:spcBef>
              <a:spcAft>
                <a:spcPts val="0"/>
              </a:spcAft>
              <a:buClr>
                <a:schemeClr val="bg1"/>
              </a:buClr>
              <a:buSzPct val="150000"/>
              <a:buFont typeface="Arial" panose="020B0604020202020204" pitchFamily="34" charset="0"/>
              <a:buChar char="•"/>
              <a:tabLst/>
              <a:defRPr/>
            </a:pPr>
            <a:r>
              <a:rPr lang="fr-FR" sz="1100" baseline="0" dirty="0">
                <a:solidFill>
                  <a:schemeClr val="bg1"/>
                </a:solidFill>
                <a:latin typeface="Arial" panose="020B0604020202020204" pitchFamily="34" charset="0"/>
                <a:cs typeface="Arial" panose="020B0604020202020204" pitchFamily="34" charset="0"/>
              </a:rPr>
              <a:t>Lo</a:t>
            </a:r>
            <a:r>
              <a:rPr lang="fr-FR" sz="1100" dirty="0">
                <a:solidFill>
                  <a:schemeClr val="bg1"/>
                </a:solidFill>
                <a:latin typeface="Arial" panose="020B0604020202020204" pitchFamily="34" charset="0"/>
                <a:cs typeface="Arial" panose="020B0604020202020204" pitchFamily="34" charset="0"/>
              </a:rPr>
              <a:t> Lorem ipsum dolor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consectetur adipiscing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Nam sodales </a:t>
            </a:r>
            <a:r>
              <a:rPr lang="fr-FR" sz="1100" dirty="0" err="1">
                <a:solidFill>
                  <a:schemeClr val="bg1"/>
                </a:solidFill>
                <a:latin typeface="Arial" panose="020B0604020202020204" pitchFamily="34" charset="0"/>
                <a:cs typeface="Arial" panose="020B0604020202020204" pitchFamily="34" charset="0"/>
              </a:rPr>
              <a:t>lacus</a:t>
            </a:r>
            <a:r>
              <a:rPr lang="fr-FR" sz="1100" dirty="0">
                <a:solidFill>
                  <a:schemeClr val="bg1"/>
                </a:solidFill>
                <a:latin typeface="Arial" panose="020B0604020202020204" pitchFamily="34" charset="0"/>
                <a:cs typeface="Arial" panose="020B0604020202020204" pitchFamily="34" charset="0"/>
              </a:rPr>
              <a:t> nec </a:t>
            </a:r>
            <a:r>
              <a:rPr lang="fr-FR" sz="1100" dirty="0" err="1">
                <a:solidFill>
                  <a:schemeClr val="bg1"/>
                </a:solidFill>
                <a:latin typeface="Arial" panose="020B0604020202020204" pitchFamily="34" charset="0"/>
                <a:cs typeface="Arial" panose="020B0604020202020204" pitchFamily="34" charset="0"/>
              </a:rPr>
              <a:t>ligula</a:t>
            </a:r>
            <a:r>
              <a:rPr lang="fr-FR" sz="1100" dirty="0">
                <a:solidFill>
                  <a:schemeClr val="bg1"/>
                </a:solidFill>
                <a:latin typeface="Arial" panose="020B0604020202020204" pitchFamily="34" charset="0"/>
                <a:cs typeface="Arial" panose="020B0604020202020204" pitchFamily="34" charset="0"/>
              </a:rPr>
              <a:t> rhoncus </a:t>
            </a:r>
            <a:r>
              <a:rPr lang="fr-FR" sz="1100" dirty="0" err="1">
                <a:solidFill>
                  <a:schemeClr val="bg1"/>
                </a:solidFill>
                <a:latin typeface="Arial" panose="020B0604020202020204" pitchFamily="34" charset="0"/>
                <a:cs typeface="Arial" panose="020B0604020202020204" pitchFamily="34" charset="0"/>
              </a:rPr>
              <a:t>iaculis</a:t>
            </a:r>
            <a:r>
              <a:rPr lang="fr-FR" sz="1100" dirty="0">
                <a:solidFill>
                  <a:schemeClr val="bg1"/>
                </a:solidFill>
                <a:latin typeface="Arial" panose="020B0604020202020204" pitchFamily="34" charset="0"/>
                <a:cs typeface="Arial" panose="020B0604020202020204" pitchFamily="34" charset="0"/>
              </a:rPr>
              <a:t>. </a:t>
            </a:r>
          </a:p>
          <a:p>
            <a:pPr marL="171450" marR="0" lvl="0" indent="-171450" algn="l" defTabSz="914400" rtl="0" eaLnBrk="1" fontAlgn="auto" latinLnBrk="0" hangingPunct="1">
              <a:lnSpc>
                <a:spcPct val="100000"/>
              </a:lnSpc>
              <a:spcBef>
                <a:spcPts val="1000"/>
              </a:spcBef>
              <a:spcAft>
                <a:spcPts val="0"/>
              </a:spcAft>
              <a:buClr>
                <a:schemeClr val="bg1"/>
              </a:buClr>
              <a:buSzPct val="150000"/>
              <a:buFont typeface="Arial" panose="020B0604020202020204" pitchFamily="34" charset="0"/>
              <a:buChar char="•"/>
              <a:tabLst/>
              <a:defRPr/>
            </a:pPr>
            <a:r>
              <a:rPr lang="fr-FR" sz="1100" baseline="0" dirty="0">
                <a:solidFill>
                  <a:schemeClr val="bg1"/>
                </a:solidFill>
                <a:latin typeface="Arial" panose="020B0604020202020204" pitchFamily="34" charset="0"/>
                <a:cs typeface="Arial" panose="020B0604020202020204" pitchFamily="34" charset="0"/>
              </a:rPr>
              <a:t>Lo</a:t>
            </a:r>
            <a:r>
              <a:rPr lang="fr-FR" sz="1100" dirty="0">
                <a:solidFill>
                  <a:schemeClr val="bg1"/>
                </a:solidFill>
                <a:latin typeface="Arial" panose="020B0604020202020204" pitchFamily="34" charset="0"/>
                <a:cs typeface="Arial" panose="020B0604020202020204" pitchFamily="34" charset="0"/>
              </a:rPr>
              <a:t> Lorem ipsum dolor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consectetur adipiscing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Nam sodales </a:t>
            </a:r>
            <a:r>
              <a:rPr lang="fr-FR" sz="1100" dirty="0" err="1">
                <a:solidFill>
                  <a:schemeClr val="bg1"/>
                </a:solidFill>
                <a:latin typeface="Arial" panose="020B0604020202020204" pitchFamily="34" charset="0"/>
                <a:cs typeface="Arial" panose="020B0604020202020204" pitchFamily="34" charset="0"/>
              </a:rPr>
              <a:t>lacus</a:t>
            </a:r>
            <a:r>
              <a:rPr lang="fr-FR" sz="1100" dirty="0">
                <a:solidFill>
                  <a:schemeClr val="bg1"/>
                </a:solidFill>
                <a:latin typeface="Arial" panose="020B0604020202020204" pitchFamily="34" charset="0"/>
                <a:cs typeface="Arial" panose="020B0604020202020204" pitchFamily="34" charset="0"/>
              </a:rPr>
              <a:t> nec </a:t>
            </a:r>
            <a:r>
              <a:rPr lang="fr-FR" sz="1100" dirty="0" err="1">
                <a:solidFill>
                  <a:schemeClr val="bg1"/>
                </a:solidFill>
                <a:latin typeface="Arial" panose="020B0604020202020204" pitchFamily="34" charset="0"/>
                <a:cs typeface="Arial" panose="020B0604020202020204" pitchFamily="34" charset="0"/>
              </a:rPr>
              <a:t>ligula</a:t>
            </a:r>
            <a:r>
              <a:rPr lang="fr-FR" sz="1100" dirty="0">
                <a:solidFill>
                  <a:schemeClr val="bg1"/>
                </a:solidFill>
                <a:latin typeface="Arial" panose="020B0604020202020204" pitchFamily="34" charset="0"/>
                <a:cs typeface="Arial" panose="020B0604020202020204" pitchFamily="34" charset="0"/>
              </a:rPr>
              <a:t> rhoncus </a:t>
            </a:r>
            <a:r>
              <a:rPr lang="fr-FR" sz="1100" dirty="0" err="1">
                <a:solidFill>
                  <a:schemeClr val="bg1"/>
                </a:solidFill>
                <a:latin typeface="Arial" panose="020B0604020202020204" pitchFamily="34" charset="0"/>
                <a:cs typeface="Arial" panose="020B0604020202020204" pitchFamily="34" charset="0"/>
              </a:rPr>
              <a:t>iaculis</a:t>
            </a:r>
            <a:r>
              <a:rPr lang="fr-FR" sz="1100" dirty="0">
                <a:solidFill>
                  <a:schemeClr val="bg1"/>
                </a:solidFill>
                <a:latin typeface="Arial" panose="020B0604020202020204" pitchFamily="34" charset="0"/>
                <a:cs typeface="Arial" panose="020B0604020202020204" pitchFamily="34" charset="0"/>
              </a:rPr>
              <a:t>. </a:t>
            </a:r>
          </a:p>
          <a:p>
            <a:pPr marL="171450" marR="0" lvl="0" indent="-171450" algn="l" defTabSz="914400" rtl="0" eaLnBrk="1" fontAlgn="auto" latinLnBrk="0" hangingPunct="1">
              <a:lnSpc>
                <a:spcPct val="100000"/>
              </a:lnSpc>
              <a:spcBef>
                <a:spcPts val="1000"/>
              </a:spcBef>
              <a:spcAft>
                <a:spcPts val="0"/>
              </a:spcAft>
              <a:buClr>
                <a:schemeClr val="bg1"/>
              </a:buClr>
              <a:buSzPct val="150000"/>
              <a:buFont typeface="Arial" panose="020B0604020202020204" pitchFamily="34" charset="0"/>
              <a:buChar char="•"/>
              <a:tabLst/>
              <a:defRPr/>
            </a:pPr>
            <a:r>
              <a:rPr lang="fr-FR" sz="1100" baseline="0" dirty="0">
                <a:solidFill>
                  <a:schemeClr val="bg1"/>
                </a:solidFill>
                <a:latin typeface="Arial" panose="020B0604020202020204" pitchFamily="34" charset="0"/>
                <a:cs typeface="Arial" panose="020B0604020202020204" pitchFamily="34" charset="0"/>
              </a:rPr>
              <a:t>Lo</a:t>
            </a:r>
            <a:r>
              <a:rPr lang="fr-FR" sz="1100" dirty="0">
                <a:solidFill>
                  <a:schemeClr val="bg1"/>
                </a:solidFill>
                <a:latin typeface="Arial" panose="020B0604020202020204" pitchFamily="34" charset="0"/>
                <a:cs typeface="Arial" panose="020B0604020202020204" pitchFamily="34" charset="0"/>
              </a:rPr>
              <a:t> Lorem ipsum dolor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consectetur adipiscing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Nam sodales </a:t>
            </a:r>
            <a:r>
              <a:rPr lang="fr-FR" sz="1100" dirty="0" err="1">
                <a:solidFill>
                  <a:schemeClr val="bg1"/>
                </a:solidFill>
                <a:latin typeface="Arial" panose="020B0604020202020204" pitchFamily="34" charset="0"/>
                <a:cs typeface="Arial" panose="020B0604020202020204" pitchFamily="34" charset="0"/>
              </a:rPr>
              <a:t>lacus</a:t>
            </a:r>
            <a:r>
              <a:rPr lang="fr-FR" sz="1100" dirty="0">
                <a:solidFill>
                  <a:schemeClr val="bg1"/>
                </a:solidFill>
                <a:latin typeface="Arial" panose="020B0604020202020204" pitchFamily="34" charset="0"/>
                <a:cs typeface="Arial" panose="020B0604020202020204" pitchFamily="34" charset="0"/>
              </a:rPr>
              <a:t> nec </a:t>
            </a:r>
            <a:r>
              <a:rPr lang="fr-FR" sz="1100" dirty="0" err="1">
                <a:solidFill>
                  <a:schemeClr val="bg1"/>
                </a:solidFill>
                <a:latin typeface="Arial" panose="020B0604020202020204" pitchFamily="34" charset="0"/>
                <a:cs typeface="Arial" panose="020B0604020202020204" pitchFamily="34" charset="0"/>
              </a:rPr>
              <a:t>ligula</a:t>
            </a:r>
            <a:r>
              <a:rPr lang="fr-FR" sz="1100" dirty="0">
                <a:solidFill>
                  <a:schemeClr val="bg1"/>
                </a:solidFill>
                <a:latin typeface="Arial" panose="020B0604020202020204" pitchFamily="34" charset="0"/>
                <a:cs typeface="Arial" panose="020B0604020202020204" pitchFamily="34" charset="0"/>
              </a:rPr>
              <a:t> rhoncus </a:t>
            </a:r>
            <a:r>
              <a:rPr lang="fr-FR" sz="1100" dirty="0" err="1">
                <a:solidFill>
                  <a:schemeClr val="bg1"/>
                </a:solidFill>
                <a:latin typeface="Arial" panose="020B0604020202020204" pitchFamily="34" charset="0"/>
                <a:cs typeface="Arial" panose="020B0604020202020204" pitchFamily="34" charset="0"/>
              </a:rPr>
              <a:t>iaculis</a:t>
            </a:r>
            <a:r>
              <a:rPr lang="fr-FR" sz="1100" dirty="0">
                <a:solidFill>
                  <a:schemeClr val="bg1"/>
                </a:solidFill>
                <a:latin typeface="Franklin Gothic Book" panose="020B0503020102020204" pitchFamily="34" charset="0"/>
              </a:rPr>
              <a:t>. </a:t>
            </a:r>
          </a:p>
        </p:txBody>
      </p:sp>
    </p:spTree>
    <p:extLst>
      <p:ext uri="{BB962C8B-B14F-4D97-AF65-F5344CB8AC3E}">
        <p14:creationId xmlns:p14="http://schemas.microsoft.com/office/powerpoint/2010/main" val="96766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 Titre, descriptif et objectifs du chapitre">
    <p:spTree>
      <p:nvGrpSpPr>
        <p:cNvPr id="1" name=""/>
        <p:cNvGrpSpPr/>
        <p:nvPr/>
      </p:nvGrpSpPr>
      <p:grpSpPr>
        <a:xfrm>
          <a:off x="0" y="0"/>
          <a:ext cx="0" cy="0"/>
          <a:chOff x="0" y="0"/>
          <a:chExt cx="0" cy="0"/>
        </a:xfrm>
      </p:grpSpPr>
      <p:sp>
        <p:nvSpPr>
          <p:cNvPr id="25" name="Rectangle 24"/>
          <p:cNvSpPr/>
          <p:nvPr userDrawn="1"/>
        </p:nvSpPr>
        <p:spPr>
          <a:xfrm>
            <a:off x="3338050" y="0"/>
            <a:ext cx="5814226" cy="3489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a:off x="0" y="3489284"/>
            <a:ext cx="9144000" cy="2996598"/>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userDrawn="1"/>
        </p:nvSpPr>
        <p:spPr>
          <a:xfrm>
            <a:off x="0" y="0"/>
            <a:ext cx="3338286" cy="3489284"/>
          </a:xfrm>
          <a:prstGeom prst="rect">
            <a:avLst/>
          </a:prstGeom>
          <a:solidFill>
            <a:srgbClr val="C221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9"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Arial" panose="020B0604020202020204" pitchFamily="34" charset="0"/>
                <a:cs typeface="Arial" panose="020B0604020202020204" pitchFamily="34" charset="0"/>
              </a:defRPr>
            </a:lvl1pPr>
          </a:lstStyle>
          <a:p>
            <a:fld id="{44F284EE-E712-4408-A2B0-3F60E944B3CA}" type="datetimeFigureOut">
              <a:rPr lang="fr-FR" smtClean="0"/>
              <a:pPr/>
              <a:t>02/09/2026</a:t>
            </a:fld>
            <a:endParaRPr lang="fr-FR" dirty="0"/>
          </a:p>
        </p:txBody>
      </p:sp>
      <p:sp>
        <p:nvSpPr>
          <p:cNvPr id="20"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pic>
        <p:nvPicPr>
          <p:cNvPr id="28" name="Image 27"/>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3463340" y="3658728"/>
            <a:ext cx="1437905" cy="524197"/>
          </a:xfrm>
          <a:prstGeom prst="rect">
            <a:avLst/>
          </a:prstGeom>
          <a:noFill/>
        </p:spPr>
      </p:pic>
      <p:sp>
        <p:nvSpPr>
          <p:cNvPr id="29" name="Espace réservé du texte 2"/>
          <p:cNvSpPr txBox="1">
            <a:spLocks/>
          </p:cNvSpPr>
          <p:nvPr userDrawn="1"/>
        </p:nvSpPr>
        <p:spPr>
          <a:xfrm>
            <a:off x="4106524" y="3692261"/>
            <a:ext cx="4757918" cy="3655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fr-FR" sz="2000" b="1" dirty="0">
                <a:solidFill>
                  <a:srgbClr val="FFFFFF"/>
                </a:solidFill>
                <a:latin typeface="Arial" panose="020B0604020202020204" pitchFamily="34" charset="0"/>
                <a:cs typeface="Arial" panose="020B0604020202020204" pitchFamily="34" charset="0"/>
              </a:rPr>
              <a:t>LES</a:t>
            </a:r>
            <a:r>
              <a:rPr lang="fr-FR" sz="2000" b="1" baseline="0" dirty="0">
                <a:solidFill>
                  <a:srgbClr val="FFFFFF"/>
                </a:solidFill>
                <a:latin typeface="Arial" panose="020B0604020202020204" pitchFamily="34" charset="0"/>
                <a:cs typeface="Arial" panose="020B0604020202020204" pitchFamily="34" charset="0"/>
              </a:rPr>
              <a:t> OBJECTIFS</a:t>
            </a:r>
            <a:endParaRPr lang="fr-FR" sz="1200" b="1" dirty="0">
              <a:solidFill>
                <a:srgbClr val="FFFFFF"/>
              </a:solidFill>
              <a:latin typeface="Arial" panose="020B0604020202020204" pitchFamily="34" charset="0"/>
              <a:cs typeface="Arial" panose="020B0604020202020204" pitchFamily="34" charset="0"/>
            </a:endParaRPr>
          </a:p>
        </p:txBody>
      </p:sp>
      <p:sp>
        <p:nvSpPr>
          <p:cNvPr id="3" name="Espace réservé du texte 2">
            <a:extLst>
              <a:ext uri="{FF2B5EF4-FFF2-40B4-BE49-F238E27FC236}">
                <a16:creationId xmlns:a16="http://schemas.microsoft.com/office/drawing/2014/main" id="{81385D52-8FE0-B48B-97F5-3D35289AEE14}"/>
              </a:ext>
            </a:extLst>
          </p:cNvPr>
          <p:cNvSpPr>
            <a:spLocks noGrp="1"/>
          </p:cNvSpPr>
          <p:nvPr>
            <p:ph type="body" sz="quarter" idx="10" hasCustomPrompt="1"/>
          </p:nvPr>
        </p:nvSpPr>
        <p:spPr>
          <a:xfrm>
            <a:off x="3810000" y="1355770"/>
            <a:ext cx="4889990" cy="2130379"/>
          </a:xfrm>
          <a:prstGeom prst="rect">
            <a:avLst/>
          </a:prstGeom>
        </p:spPr>
        <p:txBody>
          <a:bodyPr/>
          <a:lstStyle>
            <a:lvl1pPr algn="ctr">
              <a:defRPr sz="3000" b="1">
                <a:solidFill>
                  <a:srgbClr val="C2211D"/>
                </a:solidFill>
                <a:latin typeface="Arial" panose="020B0604020202020204" pitchFamily="34" charset="0"/>
                <a:cs typeface="Arial" panose="020B0604020202020204" pitchFamily="34" charset="0"/>
              </a:defRPr>
            </a:lvl1pPr>
          </a:lstStyle>
          <a:p>
            <a:pPr lvl="0"/>
            <a:r>
              <a:rPr lang="fr-FR" dirty="0"/>
              <a:t>[ TITRE DE CHAPITRE ]</a:t>
            </a:r>
          </a:p>
        </p:txBody>
      </p:sp>
      <p:sp>
        <p:nvSpPr>
          <p:cNvPr id="5" name="Espace réservé du texte 4">
            <a:extLst>
              <a:ext uri="{FF2B5EF4-FFF2-40B4-BE49-F238E27FC236}">
                <a16:creationId xmlns:a16="http://schemas.microsoft.com/office/drawing/2014/main" id="{FFC62CC8-B504-A9E5-B0C0-BC27CD1E5CE1}"/>
              </a:ext>
            </a:extLst>
          </p:cNvPr>
          <p:cNvSpPr>
            <a:spLocks noGrp="1"/>
          </p:cNvSpPr>
          <p:nvPr>
            <p:ph type="body" sz="quarter" idx="11" hasCustomPrompt="1"/>
          </p:nvPr>
        </p:nvSpPr>
        <p:spPr>
          <a:xfrm>
            <a:off x="228600" y="1355770"/>
            <a:ext cx="2867025" cy="2130380"/>
          </a:xfrm>
          <a:prstGeom prst="rect">
            <a:avLst/>
          </a:prstGeom>
        </p:spPr>
        <p:txBody>
          <a:bodyPr/>
          <a:lstStyle>
            <a:lvl1pPr algn="ctr">
              <a:defRPr sz="5000" b="1">
                <a:solidFill>
                  <a:schemeClr val="bg1"/>
                </a:solidFill>
                <a:latin typeface="Arial" panose="020B0604020202020204" pitchFamily="34" charset="0"/>
                <a:cs typeface="Arial" panose="020B0604020202020204" pitchFamily="34" charset="0"/>
              </a:defRPr>
            </a:lvl1pPr>
          </a:lstStyle>
          <a:p>
            <a:pPr lvl="0"/>
            <a:r>
              <a:rPr lang="fr-FR" dirty="0"/>
              <a:t>‹ N° ›</a:t>
            </a:r>
          </a:p>
        </p:txBody>
      </p:sp>
      <p:sp>
        <p:nvSpPr>
          <p:cNvPr id="15" name="Espace réservé du texte 7">
            <a:extLst>
              <a:ext uri="{FF2B5EF4-FFF2-40B4-BE49-F238E27FC236}">
                <a16:creationId xmlns:a16="http://schemas.microsoft.com/office/drawing/2014/main" id="{ACEB4C43-0ABF-14A4-C27E-BB17A49DAD80}"/>
              </a:ext>
            </a:extLst>
          </p:cNvPr>
          <p:cNvSpPr>
            <a:spLocks noGrp="1"/>
          </p:cNvSpPr>
          <p:nvPr>
            <p:ph type="body" sz="quarter" idx="13" hasCustomPrompt="1"/>
          </p:nvPr>
        </p:nvSpPr>
        <p:spPr>
          <a:xfrm>
            <a:off x="228600" y="3692261"/>
            <a:ext cx="2867025" cy="2305867"/>
          </a:xfrm>
          <a:prstGeom prst="rect">
            <a:avLst/>
          </a:prstGeom>
        </p:spPr>
        <p:txBody>
          <a:bodyPr/>
          <a:lstStyle>
            <a:lvl1pPr>
              <a:defRPr sz="11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Texte d’introduction du chapitre</a:t>
            </a:r>
          </a:p>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
        <p:nvSpPr>
          <p:cNvPr id="16" name="Espace réservé du texte 7">
            <a:extLst>
              <a:ext uri="{FF2B5EF4-FFF2-40B4-BE49-F238E27FC236}">
                <a16:creationId xmlns:a16="http://schemas.microsoft.com/office/drawing/2014/main" id="{DA1E8EAA-733F-CDE5-0555-0A4E2A2E3240}"/>
              </a:ext>
            </a:extLst>
          </p:cNvPr>
          <p:cNvSpPr>
            <a:spLocks noGrp="1"/>
          </p:cNvSpPr>
          <p:nvPr>
            <p:ph type="body" sz="quarter" idx="14" hasCustomPrompt="1"/>
          </p:nvPr>
        </p:nvSpPr>
        <p:spPr>
          <a:xfrm>
            <a:off x="4106524" y="4178561"/>
            <a:ext cx="4593465" cy="1948774"/>
          </a:xfrm>
          <a:prstGeom prst="rect">
            <a:avLst/>
          </a:prstGeom>
        </p:spPr>
        <p:txBody>
          <a:bodyPr/>
          <a:lstStyle>
            <a:lvl1pPr>
              <a:defRPr sz="11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Arial" panose="020B0604020202020204" pitchFamily="34" charset="0"/>
                <a:cs typeface="Arial" panose="020B0604020202020204" pitchFamily="34" charset="0"/>
              </a:rPr>
              <a:t>Lorem ipsum dolor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consectetur adipiscing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Nam sodales </a:t>
            </a:r>
            <a:r>
              <a:rPr lang="fr-FR" sz="1100" dirty="0" err="1">
                <a:solidFill>
                  <a:schemeClr val="bg1"/>
                </a:solidFill>
                <a:latin typeface="Arial" panose="020B0604020202020204" pitchFamily="34" charset="0"/>
                <a:cs typeface="Arial" panose="020B0604020202020204" pitchFamily="34" charset="0"/>
              </a:rPr>
              <a:t>lacus</a:t>
            </a:r>
            <a:r>
              <a:rPr lang="fr-FR" sz="1100" dirty="0">
                <a:solidFill>
                  <a:schemeClr val="bg1"/>
                </a:solidFill>
                <a:latin typeface="Arial" panose="020B0604020202020204" pitchFamily="34" charset="0"/>
                <a:cs typeface="Arial" panose="020B0604020202020204" pitchFamily="34" charset="0"/>
              </a:rPr>
              <a:t> nec </a:t>
            </a:r>
            <a:r>
              <a:rPr lang="fr-FR" sz="1100" dirty="0" err="1">
                <a:solidFill>
                  <a:schemeClr val="bg1"/>
                </a:solidFill>
                <a:latin typeface="Arial" panose="020B0604020202020204" pitchFamily="34" charset="0"/>
                <a:cs typeface="Arial" panose="020B0604020202020204" pitchFamily="34" charset="0"/>
              </a:rPr>
              <a:t>ligula</a:t>
            </a:r>
            <a:r>
              <a:rPr lang="fr-FR" sz="1100" dirty="0">
                <a:solidFill>
                  <a:schemeClr val="bg1"/>
                </a:solidFill>
                <a:latin typeface="Arial" panose="020B0604020202020204" pitchFamily="34" charset="0"/>
                <a:cs typeface="Arial" panose="020B0604020202020204" pitchFamily="34" charset="0"/>
              </a:rPr>
              <a:t> rhoncus </a:t>
            </a:r>
            <a:r>
              <a:rPr lang="fr-FR" sz="1100" dirty="0" err="1">
                <a:solidFill>
                  <a:schemeClr val="bg1"/>
                </a:solidFill>
                <a:latin typeface="Arial" panose="020B0604020202020204" pitchFamily="34" charset="0"/>
                <a:cs typeface="Arial" panose="020B0604020202020204" pitchFamily="34" charset="0"/>
              </a:rPr>
              <a:t>iaculis</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Vestibulum</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pharetra</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elit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vel</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arcu</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faucibus</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elementum</a:t>
            </a:r>
            <a:r>
              <a:rPr lang="fr-FR" sz="1100" dirty="0">
                <a:solidFill>
                  <a:schemeClr val="bg1"/>
                </a:solidFill>
                <a:latin typeface="Arial" panose="020B0604020202020204" pitchFamily="34" charset="0"/>
                <a:cs typeface="Arial" panose="020B0604020202020204" pitchFamily="34" charset="0"/>
              </a:rPr>
              <a:t>.</a:t>
            </a:r>
          </a:p>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Arial" panose="020B0604020202020204" pitchFamily="34" charset="0"/>
                <a:cs typeface="Arial" panose="020B0604020202020204" pitchFamily="34" charset="0"/>
              </a:rPr>
              <a:t>Sed dignissim </a:t>
            </a:r>
            <a:r>
              <a:rPr lang="fr-FR" sz="1100" dirty="0" err="1">
                <a:solidFill>
                  <a:schemeClr val="bg1"/>
                </a:solidFill>
                <a:latin typeface="Arial" panose="020B0604020202020204" pitchFamily="34" charset="0"/>
                <a:cs typeface="Arial" panose="020B0604020202020204" pitchFamily="34" charset="0"/>
              </a:rPr>
              <a:t>nisl</a:t>
            </a:r>
            <a:r>
              <a:rPr lang="fr-FR" sz="1100" dirty="0">
                <a:solidFill>
                  <a:schemeClr val="bg1"/>
                </a:solidFill>
                <a:latin typeface="Arial" panose="020B0604020202020204" pitchFamily="34" charset="0"/>
                <a:cs typeface="Arial" panose="020B0604020202020204" pitchFamily="34" charset="0"/>
              </a:rPr>
              <a:t> non magna imperdiet, mollis consequat diam commodo. </a:t>
            </a:r>
            <a:r>
              <a:rPr lang="fr-FR" sz="1100" dirty="0" err="1">
                <a:solidFill>
                  <a:schemeClr val="bg1"/>
                </a:solidFill>
                <a:latin typeface="Arial" panose="020B0604020202020204" pitchFamily="34" charset="0"/>
                <a:cs typeface="Arial" panose="020B0604020202020204" pitchFamily="34" charset="0"/>
              </a:rPr>
              <a:t>Curabitur</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porttitor</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lectus</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risus</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Fusce</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maximus</a:t>
            </a:r>
            <a:r>
              <a:rPr lang="fr-FR" sz="1100" dirty="0">
                <a:solidFill>
                  <a:schemeClr val="bg1"/>
                </a:solidFill>
                <a:latin typeface="Arial" panose="020B0604020202020204" pitchFamily="34" charset="0"/>
                <a:cs typeface="Arial" panose="020B0604020202020204" pitchFamily="34" charset="0"/>
              </a:rPr>
              <a:t> pretium libero, </a:t>
            </a:r>
            <a:r>
              <a:rPr lang="fr-FR" sz="1100" dirty="0" err="1">
                <a:solidFill>
                  <a:schemeClr val="bg1"/>
                </a:solidFill>
                <a:latin typeface="Arial" panose="020B0604020202020204" pitchFamily="34" charset="0"/>
                <a:cs typeface="Arial" panose="020B0604020202020204" pitchFamily="34" charset="0"/>
              </a:rPr>
              <a:t>vestibulum</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fermentum</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arcu</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tincidunt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sed</a:t>
            </a:r>
            <a:r>
              <a:rPr lang="fr-FR" sz="1100" dirty="0">
                <a:solidFill>
                  <a:schemeClr val="bg1"/>
                </a:solidFill>
                <a:latin typeface="Arial" panose="020B0604020202020204" pitchFamily="34" charset="0"/>
                <a:cs typeface="Arial" panose="020B0604020202020204" pitchFamily="34" charset="0"/>
              </a:rPr>
              <a:t>. </a:t>
            </a:r>
          </a:p>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Arial" panose="020B0604020202020204" pitchFamily="34" charset="0"/>
                <a:cs typeface="Arial" panose="020B0604020202020204" pitchFamily="34" charset="0"/>
              </a:rPr>
              <a:t>Duis </a:t>
            </a:r>
            <a:r>
              <a:rPr lang="fr-FR" sz="1100" dirty="0" err="1">
                <a:solidFill>
                  <a:schemeClr val="bg1"/>
                </a:solidFill>
                <a:latin typeface="Arial" panose="020B0604020202020204" pitchFamily="34" charset="0"/>
                <a:cs typeface="Arial" panose="020B0604020202020204" pitchFamily="34" charset="0"/>
              </a:rPr>
              <a:t>laoreet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vulputate</a:t>
            </a:r>
            <a:r>
              <a:rPr lang="fr-FR" sz="1100" dirty="0">
                <a:solidFill>
                  <a:schemeClr val="bg1"/>
                </a:solidFill>
                <a:latin typeface="Arial" panose="020B0604020202020204" pitchFamily="34" charset="0"/>
                <a:cs typeface="Arial" panose="020B0604020202020204" pitchFamily="34" charset="0"/>
              </a:rPr>
              <a:t> diam, </a:t>
            </a:r>
            <a:r>
              <a:rPr lang="fr-FR" sz="1100" dirty="0" err="1">
                <a:solidFill>
                  <a:schemeClr val="bg1"/>
                </a:solidFill>
                <a:latin typeface="Arial" panose="020B0604020202020204" pitchFamily="34" charset="0"/>
                <a:cs typeface="Arial" panose="020B0604020202020204" pitchFamily="34" charset="0"/>
              </a:rPr>
              <a:t>ac</a:t>
            </a:r>
            <a:r>
              <a:rPr lang="fr-FR" sz="1100" dirty="0">
                <a:solidFill>
                  <a:schemeClr val="bg1"/>
                </a:solidFill>
                <a:latin typeface="Arial" panose="020B0604020202020204" pitchFamily="34" charset="0"/>
                <a:cs typeface="Arial" panose="020B0604020202020204" pitchFamily="34" charset="0"/>
              </a:rPr>
              <a:t> pretium est </a:t>
            </a:r>
            <a:r>
              <a:rPr lang="fr-FR" sz="1100" dirty="0" err="1">
                <a:solidFill>
                  <a:schemeClr val="bg1"/>
                </a:solidFill>
                <a:latin typeface="Arial" panose="020B0604020202020204" pitchFamily="34" charset="0"/>
                <a:cs typeface="Arial" panose="020B0604020202020204" pitchFamily="34" charset="0"/>
              </a:rPr>
              <a:t>aliquet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ac</a:t>
            </a:r>
            <a:r>
              <a:rPr lang="fr-FR" sz="1100" dirty="0">
                <a:solidFill>
                  <a:schemeClr val="bg1"/>
                </a:solidFill>
                <a:latin typeface="Arial" panose="020B0604020202020204" pitchFamily="34" charset="0"/>
                <a:cs typeface="Arial" panose="020B0604020202020204" pitchFamily="34" charset="0"/>
              </a:rPr>
              <a:t>. Mauris </a:t>
            </a:r>
            <a:r>
              <a:rPr lang="fr-FR" sz="1100" dirty="0" err="1">
                <a:solidFill>
                  <a:schemeClr val="bg1"/>
                </a:solidFill>
                <a:latin typeface="Arial" panose="020B0604020202020204" pitchFamily="34" charset="0"/>
                <a:cs typeface="Arial" panose="020B0604020202020204" pitchFamily="34" charset="0"/>
              </a:rPr>
              <a:t>interdum</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odio</a:t>
            </a:r>
            <a:r>
              <a:rPr lang="fr-FR" sz="1100" dirty="0">
                <a:solidFill>
                  <a:schemeClr val="bg1"/>
                </a:solidFill>
                <a:latin typeface="Arial" panose="020B0604020202020204" pitchFamily="34" charset="0"/>
                <a:cs typeface="Arial" panose="020B0604020202020204" pitchFamily="34" charset="0"/>
              </a:rPr>
              <a:t> nec commodo </a:t>
            </a:r>
            <a:r>
              <a:rPr lang="fr-FR" sz="1100" dirty="0" err="1">
                <a:solidFill>
                  <a:schemeClr val="bg1"/>
                </a:solidFill>
                <a:latin typeface="Arial" panose="020B0604020202020204" pitchFamily="34" charset="0"/>
                <a:cs typeface="Arial" panose="020B0604020202020204" pitchFamily="34" charset="0"/>
              </a:rPr>
              <a:t>volutpat</a:t>
            </a:r>
            <a:r>
              <a:rPr lang="fr-FR" sz="1100" dirty="0">
                <a:solidFill>
                  <a:schemeClr val="bg1"/>
                </a:solidFill>
                <a:latin typeface="Arial" panose="020B0604020202020204" pitchFamily="34" charset="0"/>
                <a:cs typeface="Arial" panose="020B0604020202020204" pitchFamily="34" charset="0"/>
              </a:rPr>
              <a:t>, dolor </a:t>
            </a:r>
            <a:r>
              <a:rPr lang="fr-FR" sz="1100" dirty="0" err="1">
                <a:solidFill>
                  <a:schemeClr val="bg1"/>
                </a:solidFill>
                <a:latin typeface="Arial" panose="020B0604020202020204" pitchFamily="34" charset="0"/>
                <a:cs typeface="Arial" panose="020B0604020202020204" pitchFamily="34" charset="0"/>
              </a:rPr>
              <a:t>justo</a:t>
            </a:r>
            <a:r>
              <a:rPr lang="fr-FR" sz="1100" dirty="0">
                <a:solidFill>
                  <a:schemeClr val="bg1"/>
                </a:solidFill>
                <a:latin typeface="Arial" panose="020B0604020202020204" pitchFamily="34" charset="0"/>
                <a:cs typeface="Arial" panose="020B0604020202020204" pitchFamily="34" charset="0"/>
              </a:rPr>
              <a:t> viverra nunc, eu </a:t>
            </a:r>
            <a:r>
              <a:rPr lang="fr-FR" sz="1100" dirty="0" err="1">
                <a:solidFill>
                  <a:schemeClr val="bg1"/>
                </a:solidFill>
                <a:latin typeface="Arial" panose="020B0604020202020204" pitchFamily="34" charset="0"/>
                <a:cs typeface="Arial" panose="020B0604020202020204" pitchFamily="34" charset="0"/>
              </a:rPr>
              <a:t>ultricies</a:t>
            </a:r>
            <a:r>
              <a:rPr lang="fr-FR" sz="1100" dirty="0">
                <a:solidFill>
                  <a:schemeClr val="bg1"/>
                </a:solidFill>
                <a:latin typeface="Arial" panose="020B0604020202020204" pitchFamily="34" charset="0"/>
                <a:cs typeface="Arial" panose="020B0604020202020204" pitchFamily="34" charset="0"/>
              </a:rPr>
              <a:t> urna </a:t>
            </a:r>
            <a:r>
              <a:rPr lang="fr-FR" sz="1100" dirty="0" err="1">
                <a:solidFill>
                  <a:schemeClr val="bg1"/>
                </a:solidFill>
                <a:latin typeface="Arial" panose="020B0604020202020204" pitchFamily="34" charset="0"/>
                <a:cs typeface="Arial" panose="020B0604020202020204" pitchFamily="34" charset="0"/>
              </a:rPr>
              <a:t>metus</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sit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amet</a:t>
            </a:r>
            <a:r>
              <a:rPr lang="fr-FR" sz="1100" dirty="0">
                <a:solidFill>
                  <a:schemeClr val="bg1"/>
                </a:solidFill>
                <a:latin typeface="Arial" panose="020B0604020202020204" pitchFamily="34" charset="0"/>
                <a:cs typeface="Arial" panose="020B0604020202020204" pitchFamily="34" charset="0"/>
              </a:rPr>
              <a:t> </a:t>
            </a:r>
            <a:r>
              <a:rPr lang="fr-FR" sz="1100" dirty="0" err="1">
                <a:solidFill>
                  <a:schemeClr val="bg1"/>
                </a:solidFill>
                <a:latin typeface="Arial" panose="020B0604020202020204" pitchFamily="34" charset="0"/>
                <a:cs typeface="Arial" panose="020B0604020202020204" pitchFamily="34" charset="0"/>
              </a:rPr>
              <a:t>tellus</a:t>
            </a:r>
            <a:r>
              <a:rPr lang="fr-FR" sz="11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53673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ommaire du chapitre">
    <p:spTree>
      <p:nvGrpSpPr>
        <p:cNvPr id="1" name=""/>
        <p:cNvGrpSpPr/>
        <p:nvPr/>
      </p:nvGrpSpPr>
      <p:grpSpPr>
        <a:xfrm>
          <a:off x="0" y="0"/>
          <a:ext cx="0" cy="0"/>
          <a:chOff x="0" y="0"/>
          <a:chExt cx="0" cy="0"/>
        </a:xfrm>
      </p:grpSpPr>
      <p:sp>
        <p:nvSpPr>
          <p:cNvPr id="14" name="Rectangle 13"/>
          <p:cNvSpPr/>
          <p:nvPr userDrawn="1"/>
        </p:nvSpPr>
        <p:spPr>
          <a:xfrm>
            <a:off x="3947005" y="0"/>
            <a:ext cx="4903127" cy="6488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01024"/>
              </a:solidFill>
            </a:endParaRPr>
          </a:p>
        </p:txBody>
      </p:sp>
      <p:sp>
        <p:nvSpPr>
          <p:cNvPr id="109" name="Rectangle 108"/>
          <p:cNvSpPr/>
          <p:nvPr userDrawn="1"/>
        </p:nvSpPr>
        <p:spPr>
          <a:xfrm>
            <a:off x="-3599" y="17"/>
            <a:ext cx="4280507"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4" name="Connecteur droit 63"/>
          <p:cNvCxnSpPr>
            <a:cxnSpLocks/>
          </p:cNvCxnSpPr>
          <p:nvPr userDrawn="1"/>
        </p:nvCxnSpPr>
        <p:spPr>
          <a:xfrm flipH="1">
            <a:off x="4572000" y="313592"/>
            <a:ext cx="4219575"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68" name="Espace réservé du titre 1"/>
          <p:cNvSpPr txBox="1">
            <a:spLocks/>
          </p:cNvSpPr>
          <p:nvPr userDrawn="1"/>
        </p:nvSpPr>
        <p:spPr>
          <a:xfrm>
            <a:off x="5155923" y="828046"/>
            <a:ext cx="3967978" cy="29620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endParaRPr lang="fr-FR" sz="1200" b="0" spc="0" dirty="0">
              <a:solidFill>
                <a:srgbClr val="231F20"/>
              </a:solidFill>
              <a:latin typeface="Franklin Gothic Book" panose="020B0503020102020204" pitchFamily="34" charset="0"/>
            </a:endParaRPr>
          </a:p>
        </p:txBody>
      </p:sp>
      <p:sp>
        <p:nvSpPr>
          <p:cNvPr id="70" name="Espace réservé du titre 1"/>
          <p:cNvSpPr txBox="1">
            <a:spLocks/>
          </p:cNvSpPr>
          <p:nvPr userDrawn="1"/>
        </p:nvSpPr>
        <p:spPr>
          <a:xfrm>
            <a:off x="4358054" y="560047"/>
            <a:ext cx="4794458" cy="291841"/>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INTRODUCTION</a:t>
            </a:r>
          </a:p>
        </p:txBody>
      </p:sp>
      <p:sp>
        <p:nvSpPr>
          <p:cNvPr id="66" name="Rectangle 65"/>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67"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69"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145"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Franklin Gothic Book" panose="020B0503020102020204" pitchFamily="34" charset="0"/>
              </a:defRPr>
            </a:lvl1pPr>
          </a:lstStyle>
          <a:p>
            <a:fld id="{07C4DFEA-AAE8-4403-B42D-53C3950B26E2}" type="slidenum">
              <a:rPr lang="fr-FR" smtClean="0"/>
              <a:pPr/>
              <a:t>‹N°›</a:t>
            </a:fld>
            <a:endParaRPr lang="fr-FR" dirty="0"/>
          </a:p>
        </p:txBody>
      </p:sp>
      <p:sp>
        <p:nvSpPr>
          <p:cNvPr id="146" name="Titre 1"/>
          <p:cNvSpPr txBox="1">
            <a:spLocks/>
          </p:cNvSpPr>
          <p:nvPr userDrawn="1"/>
        </p:nvSpPr>
        <p:spPr>
          <a:xfrm rot="16200000">
            <a:off x="1624617" y="4078314"/>
            <a:ext cx="4204606" cy="581408"/>
          </a:xfrm>
          <a:prstGeom prst="rect">
            <a:avLst/>
          </a:prstGeom>
        </p:spPr>
        <p:txBody>
          <a:bodyPr anchor="b">
            <a:normAutofit/>
          </a:bodyPr>
          <a:lstStyle>
            <a:lvl1pPr algn="ct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000" spc="300" dirty="0">
                <a:solidFill>
                  <a:schemeClr val="bg1"/>
                </a:solidFill>
              </a:rPr>
              <a:t>SOMMAIRE</a:t>
            </a:r>
          </a:p>
        </p:txBody>
      </p:sp>
      <p:sp>
        <p:nvSpPr>
          <p:cNvPr id="150" name="Espace réservé du titre 1"/>
          <p:cNvSpPr txBox="1">
            <a:spLocks/>
          </p:cNvSpPr>
          <p:nvPr userDrawn="1"/>
        </p:nvSpPr>
        <p:spPr>
          <a:xfrm>
            <a:off x="4361133" y="5231294"/>
            <a:ext cx="3373489"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ÉVALUATION</a:t>
            </a:r>
            <a:endParaRPr lang="fr-FR" sz="1400" b="0" spc="0" dirty="0">
              <a:solidFill>
                <a:srgbClr val="101024"/>
              </a:solidFill>
              <a:latin typeface="+mj-lt"/>
            </a:endParaRPr>
          </a:p>
        </p:txBody>
      </p:sp>
      <p:sp>
        <p:nvSpPr>
          <p:cNvPr id="152" name="Espace réservé du titre 1"/>
          <p:cNvSpPr txBox="1">
            <a:spLocks/>
          </p:cNvSpPr>
          <p:nvPr userDrawn="1"/>
        </p:nvSpPr>
        <p:spPr>
          <a:xfrm>
            <a:off x="4361133" y="5541920"/>
            <a:ext cx="269329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CORRECTIONS</a:t>
            </a:r>
            <a:endParaRPr lang="fr-FR" sz="1400" b="0" spc="0" dirty="0">
              <a:solidFill>
                <a:srgbClr val="101024"/>
              </a:solidFill>
              <a:latin typeface="+mj-lt"/>
            </a:endParaRPr>
          </a:p>
        </p:txBody>
      </p:sp>
      <p:sp>
        <p:nvSpPr>
          <p:cNvPr id="154" name="Espace réservé du titre 1"/>
          <p:cNvSpPr txBox="1">
            <a:spLocks/>
          </p:cNvSpPr>
          <p:nvPr userDrawn="1"/>
        </p:nvSpPr>
        <p:spPr>
          <a:xfrm>
            <a:off x="4361133" y="5850560"/>
            <a:ext cx="340300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GLOSSAIRE</a:t>
            </a:r>
            <a:endParaRPr lang="fr-FR" sz="1400" b="0" spc="0" dirty="0">
              <a:solidFill>
                <a:srgbClr val="101024"/>
              </a:solidFill>
              <a:latin typeface="+mj-lt"/>
            </a:endParaRPr>
          </a:p>
        </p:txBody>
      </p:sp>
      <p:sp>
        <p:nvSpPr>
          <p:cNvPr id="156" name="Espace réservé du titre 1"/>
          <p:cNvSpPr txBox="1">
            <a:spLocks/>
          </p:cNvSpPr>
          <p:nvPr userDrawn="1"/>
        </p:nvSpPr>
        <p:spPr>
          <a:xfrm>
            <a:off x="4361133" y="6148162"/>
            <a:ext cx="3359242"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cs typeface="Arial" panose="020B0604020202020204" pitchFamily="34" charset="0"/>
              </a:rPr>
              <a:t>RESSOURCES</a:t>
            </a:r>
            <a:endParaRPr lang="fr-FR" sz="1400" b="0" spc="0" dirty="0">
              <a:solidFill>
                <a:srgbClr val="101024"/>
              </a:solidFill>
              <a:latin typeface="+mj-lt"/>
              <a:cs typeface="Arial" panose="020B0604020202020204" pitchFamily="34" charset="0"/>
            </a:endParaRPr>
          </a:p>
        </p:txBody>
      </p:sp>
      <p:sp>
        <p:nvSpPr>
          <p:cNvPr id="51" name="Espace réservé du texte 2">
            <a:extLst>
              <a:ext uri="{FF2B5EF4-FFF2-40B4-BE49-F238E27FC236}">
                <a16:creationId xmlns:a16="http://schemas.microsoft.com/office/drawing/2014/main" id="{491899B9-2F21-CCFB-C502-12C98A9D7CAC}"/>
              </a:ext>
            </a:extLst>
          </p:cNvPr>
          <p:cNvSpPr>
            <a:spLocks noGrp="1"/>
          </p:cNvSpPr>
          <p:nvPr>
            <p:ph type="body" sz="quarter" idx="10" hasCustomPrompt="1"/>
          </p:nvPr>
        </p:nvSpPr>
        <p:spPr>
          <a:xfrm>
            <a:off x="30974" y="652076"/>
            <a:ext cx="4095395" cy="843350"/>
          </a:xfrm>
          <a:prstGeom prst="rect">
            <a:avLst/>
          </a:prstGeom>
        </p:spPr>
        <p:txBody>
          <a:bodyPr/>
          <a:lstStyle>
            <a:lvl1pPr algn="ctr">
              <a:defRPr sz="2500" b="1">
                <a:solidFill>
                  <a:schemeClr val="bg1"/>
                </a:solidFill>
                <a:latin typeface="Arial" panose="020B0604020202020204" pitchFamily="34" charset="0"/>
                <a:cs typeface="Arial" panose="020B0604020202020204" pitchFamily="34" charset="0"/>
              </a:defRPr>
            </a:lvl1pPr>
          </a:lstStyle>
          <a:p>
            <a:pPr lvl="0"/>
            <a:r>
              <a:rPr lang="fr-FR" dirty="0"/>
              <a:t>[ TITRE DE CHAPITRE ]</a:t>
            </a:r>
          </a:p>
        </p:txBody>
      </p:sp>
      <p:sp>
        <p:nvSpPr>
          <p:cNvPr id="10" name="Espace réservé du texte 9">
            <a:extLst>
              <a:ext uri="{FF2B5EF4-FFF2-40B4-BE49-F238E27FC236}">
                <a16:creationId xmlns:a16="http://schemas.microsoft.com/office/drawing/2014/main" id="{9EBBFE3B-9A82-B750-6BB0-CE293F240240}"/>
              </a:ext>
            </a:extLst>
          </p:cNvPr>
          <p:cNvSpPr>
            <a:spLocks noGrp="1"/>
          </p:cNvSpPr>
          <p:nvPr>
            <p:ph type="body" sz="quarter" idx="11" hasCustomPrompt="1"/>
          </p:nvPr>
        </p:nvSpPr>
        <p:spPr>
          <a:xfrm>
            <a:off x="7671289" y="86947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6" name="Espace réservé du texte 9">
            <a:extLst>
              <a:ext uri="{FF2B5EF4-FFF2-40B4-BE49-F238E27FC236}">
                <a16:creationId xmlns:a16="http://schemas.microsoft.com/office/drawing/2014/main" id="{5DEF1044-9CFE-0058-02C0-6C87AA8100B3}"/>
              </a:ext>
            </a:extLst>
          </p:cNvPr>
          <p:cNvSpPr>
            <a:spLocks noGrp="1"/>
          </p:cNvSpPr>
          <p:nvPr>
            <p:ph type="body" sz="quarter" idx="12" hasCustomPrompt="1"/>
          </p:nvPr>
        </p:nvSpPr>
        <p:spPr>
          <a:xfrm>
            <a:off x="7671289" y="113482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8" name="Espace réservé du texte 9">
            <a:extLst>
              <a:ext uri="{FF2B5EF4-FFF2-40B4-BE49-F238E27FC236}">
                <a16:creationId xmlns:a16="http://schemas.microsoft.com/office/drawing/2014/main" id="{45CBF187-FB03-6167-7295-FDF3E03148B2}"/>
              </a:ext>
            </a:extLst>
          </p:cNvPr>
          <p:cNvSpPr>
            <a:spLocks noGrp="1"/>
          </p:cNvSpPr>
          <p:nvPr>
            <p:ph type="body" sz="quarter" idx="13" hasCustomPrompt="1"/>
          </p:nvPr>
        </p:nvSpPr>
        <p:spPr>
          <a:xfrm>
            <a:off x="7671289" y="167948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9" name="Espace réservé du texte 9">
            <a:extLst>
              <a:ext uri="{FF2B5EF4-FFF2-40B4-BE49-F238E27FC236}">
                <a16:creationId xmlns:a16="http://schemas.microsoft.com/office/drawing/2014/main" id="{2CF95FE9-443B-AFD0-8801-1A1113746564}"/>
              </a:ext>
            </a:extLst>
          </p:cNvPr>
          <p:cNvSpPr>
            <a:spLocks noGrp="1"/>
          </p:cNvSpPr>
          <p:nvPr>
            <p:ph type="body" sz="quarter" idx="14" hasCustomPrompt="1"/>
          </p:nvPr>
        </p:nvSpPr>
        <p:spPr>
          <a:xfrm>
            <a:off x="7671289" y="238600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0" name="Espace réservé du texte 9">
            <a:extLst>
              <a:ext uri="{FF2B5EF4-FFF2-40B4-BE49-F238E27FC236}">
                <a16:creationId xmlns:a16="http://schemas.microsoft.com/office/drawing/2014/main" id="{331A9968-726D-037C-1C41-11D9EC2657B4}"/>
              </a:ext>
            </a:extLst>
          </p:cNvPr>
          <p:cNvSpPr>
            <a:spLocks noGrp="1"/>
          </p:cNvSpPr>
          <p:nvPr>
            <p:ph type="body" sz="quarter" idx="15" hasCustomPrompt="1"/>
          </p:nvPr>
        </p:nvSpPr>
        <p:spPr>
          <a:xfrm>
            <a:off x="7671289" y="263593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1" name="Espace réservé du texte 9">
            <a:extLst>
              <a:ext uri="{FF2B5EF4-FFF2-40B4-BE49-F238E27FC236}">
                <a16:creationId xmlns:a16="http://schemas.microsoft.com/office/drawing/2014/main" id="{42D53EAC-2832-BCB5-8790-ECBDD9ED0987}"/>
              </a:ext>
            </a:extLst>
          </p:cNvPr>
          <p:cNvSpPr>
            <a:spLocks noGrp="1"/>
          </p:cNvSpPr>
          <p:nvPr>
            <p:ph type="body" sz="quarter" idx="16" hasCustomPrompt="1"/>
          </p:nvPr>
        </p:nvSpPr>
        <p:spPr>
          <a:xfrm>
            <a:off x="7671289" y="2924123"/>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2" name="Espace réservé du texte 9">
            <a:extLst>
              <a:ext uri="{FF2B5EF4-FFF2-40B4-BE49-F238E27FC236}">
                <a16:creationId xmlns:a16="http://schemas.microsoft.com/office/drawing/2014/main" id="{018B580D-ED03-932B-EC96-5F22C07C5447}"/>
              </a:ext>
            </a:extLst>
          </p:cNvPr>
          <p:cNvSpPr>
            <a:spLocks noGrp="1"/>
          </p:cNvSpPr>
          <p:nvPr>
            <p:ph type="body" sz="quarter" idx="17" hasCustomPrompt="1"/>
          </p:nvPr>
        </p:nvSpPr>
        <p:spPr>
          <a:xfrm>
            <a:off x="7671289" y="318551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3" name="Espace réservé du texte 9">
            <a:extLst>
              <a:ext uri="{FF2B5EF4-FFF2-40B4-BE49-F238E27FC236}">
                <a16:creationId xmlns:a16="http://schemas.microsoft.com/office/drawing/2014/main" id="{91EC2A62-3F87-3C7D-5A67-1E18DCCB7896}"/>
              </a:ext>
            </a:extLst>
          </p:cNvPr>
          <p:cNvSpPr>
            <a:spLocks noGrp="1"/>
          </p:cNvSpPr>
          <p:nvPr>
            <p:ph type="body" sz="quarter" idx="18" hasCustomPrompt="1"/>
          </p:nvPr>
        </p:nvSpPr>
        <p:spPr>
          <a:xfrm>
            <a:off x="7671289" y="346860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6" name="Espace réservé du texte 9">
            <a:extLst>
              <a:ext uri="{FF2B5EF4-FFF2-40B4-BE49-F238E27FC236}">
                <a16:creationId xmlns:a16="http://schemas.microsoft.com/office/drawing/2014/main" id="{143D9429-851D-2554-6431-ED15C0CAF284}"/>
              </a:ext>
            </a:extLst>
          </p:cNvPr>
          <p:cNvSpPr>
            <a:spLocks noGrp="1"/>
          </p:cNvSpPr>
          <p:nvPr>
            <p:ph type="body" sz="quarter" idx="19" hasCustomPrompt="1"/>
          </p:nvPr>
        </p:nvSpPr>
        <p:spPr>
          <a:xfrm>
            <a:off x="7671289" y="139378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7" name="Espace réservé du texte 9">
            <a:extLst>
              <a:ext uri="{FF2B5EF4-FFF2-40B4-BE49-F238E27FC236}">
                <a16:creationId xmlns:a16="http://schemas.microsoft.com/office/drawing/2014/main" id="{DF96AA4B-BEDB-2DE2-0969-DB869D2BCAFC}"/>
              </a:ext>
            </a:extLst>
          </p:cNvPr>
          <p:cNvSpPr>
            <a:spLocks noGrp="1"/>
          </p:cNvSpPr>
          <p:nvPr>
            <p:ph type="body" sz="quarter" idx="20" hasCustomPrompt="1"/>
          </p:nvPr>
        </p:nvSpPr>
        <p:spPr>
          <a:xfrm>
            <a:off x="7621050" y="410767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8" name="Espace réservé du texte 9">
            <a:extLst>
              <a:ext uri="{FF2B5EF4-FFF2-40B4-BE49-F238E27FC236}">
                <a16:creationId xmlns:a16="http://schemas.microsoft.com/office/drawing/2014/main" id="{3CE6B9F0-E704-1856-0FBE-9EBFCE60291B}"/>
              </a:ext>
            </a:extLst>
          </p:cNvPr>
          <p:cNvSpPr>
            <a:spLocks noGrp="1"/>
          </p:cNvSpPr>
          <p:nvPr>
            <p:ph type="body" sz="quarter" idx="21" hasCustomPrompt="1"/>
          </p:nvPr>
        </p:nvSpPr>
        <p:spPr>
          <a:xfrm>
            <a:off x="7621050" y="441251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9" name="Espace réservé du texte 9">
            <a:extLst>
              <a:ext uri="{FF2B5EF4-FFF2-40B4-BE49-F238E27FC236}">
                <a16:creationId xmlns:a16="http://schemas.microsoft.com/office/drawing/2014/main" id="{66BF88BB-2CD7-C0AE-564B-AD9479D722D1}"/>
              </a:ext>
            </a:extLst>
          </p:cNvPr>
          <p:cNvSpPr>
            <a:spLocks noGrp="1"/>
          </p:cNvSpPr>
          <p:nvPr>
            <p:ph type="body" sz="quarter" idx="22" hasCustomPrompt="1"/>
          </p:nvPr>
        </p:nvSpPr>
        <p:spPr>
          <a:xfrm>
            <a:off x="7621050" y="472645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0" name="Espace réservé du texte 9">
            <a:extLst>
              <a:ext uri="{FF2B5EF4-FFF2-40B4-BE49-F238E27FC236}">
                <a16:creationId xmlns:a16="http://schemas.microsoft.com/office/drawing/2014/main" id="{1CAFBDCE-6A79-9E7F-55F7-08236CA5696D}"/>
              </a:ext>
            </a:extLst>
          </p:cNvPr>
          <p:cNvSpPr>
            <a:spLocks noGrp="1"/>
          </p:cNvSpPr>
          <p:nvPr>
            <p:ph type="body" sz="quarter" idx="23" hasCustomPrompt="1"/>
          </p:nvPr>
        </p:nvSpPr>
        <p:spPr>
          <a:xfrm>
            <a:off x="7621050" y="527022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1" name="Espace réservé du texte 9">
            <a:extLst>
              <a:ext uri="{FF2B5EF4-FFF2-40B4-BE49-F238E27FC236}">
                <a16:creationId xmlns:a16="http://schemas.microsoft.com/office/drawing/2014/main" id="{38248CAC-113C-E942-80A2-1FC37CC7C50D}"/>
              </a:ext>
            </a:extLst>
          </p:cNvPr>
          <p:cNvSpPr>
            <a:spLocks noGrp="1"/>
          </p:cNvSpPr>
          <p:nvPr>
            <p:ph type="body" sz="quarter" idx="24" hasCustomPrompt="1"/>
          </p:nvPr>
        </p:nvSpPr>
        <p:spPr>
          <a:xfrm>
            <a:off x="7621050" y="553156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2" name="Espace réservé du texte 9">
            <a:extLst>
              <a:ext uri="{FF2B5EF4-FFF2-40B4-BE49-F238E27FC236}">
                <a16:creationId xmlns:a16="http://schemas.microsoft.com/office/drawing/2014/main" id="{FF5FBBFA-1B0F-EB02-8343-B08E2DE3249B}"/>
              </a:ext>
            </a:extLst>
          </p:cNvPr>
          <p:cNvSpPr>
            <a:spLocks noGrp="1"/>
          </p:cNvSpPr>
          <p:nvPr>
            <p:ph type="body" sz="quarter" idx="25" hasCustomPrompt="1"/>
          </p:nvPr>
        </p:nvSpPr>
        <p:spPr>
          <a:xfrm>
            <a:off x="7619418" y="5840588"/>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3" name="Espace réservé du texte 9">
            <a:extLst>
              <a:ext uri="{FF2B5EF4-FFF2-40B4-BE49-F238E27FC236}">
                <a16:creationId xmlns:a16="http://schemas.microsoft.com/office/drawing/2014/main" id="{17FA2C32-5D85-40F4-88D2-F66E406914C7}"/>
              </a:ext>
            </a:extLst>
          </p:cNvPr>
          <p:cNvSpPr>
            <a:spLocks noGrp="1"/>
          </p:cNvSpPr>
          <p:nvPr>
            <p:ph type="body" sz="quarter" idx="26" hasCustomPrompt="1"/>
          </p:nvPr>
        </p:nvSpPr>
        <p:spPr>
          <a:xfrm>
            <a:off x="7619418" y="6137683"/>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47" name="Espace réservé du texte 9">
            <a:extLst>
              <a:ext uri="{FF2B5EF4-FFF2-40B4-BE49-F238E27FC236}">
                <a16:creationId xmlns:a16="http://schemas.microsoft.com/office/drawing/2014/main" id="{724413DA-37AF-09FA-26E0-3EE376CAB9E8}"/>
              </a:ext>
            </a:extLst>
          </p:cNvPr>
          <p:cNvSpPr>
            <a:spLocks noGrp="1"/>
          </p:cNvSpPr>
          <p:nvPr>
            <p:ph type="body" sz="quarter" idx="27" hasCustomPrompt="1"/>
          </p:nvPr>
        </p:nvSpPr>
        <p:spPr>
          <a:xfrm>
            <a:off x="4385655" y="869471"/>
            <a:ext cx="184736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DÉFINITION</a:t>
            </a:r>
          </a:p>
        </p:txBody>
      </p:sp>
      <p:sp>
        <p:nvSpPr>
          <p:cNvPr id="48" name="Espace réservé du texte 9">
            <a:extLst>
              <a:ext uri="{FF2B5EF4-FFF2-40B4-BE49-F238E27FC236}">
                <a16:creationId xmlns:a16="http://schemas.microsoft.com/office/drawing/2014/main" id="{42A93845-CC7B-E8BD-FD63-567C6A9D7591}"/>
              </a:ext>
            </a:extLst>
          </p:cNvPr>
          <p:cNvSpPr>
            <a:spLocks noGrp="1"/>
          </p:cNvSpPr>
          <p:nvPr>
            <p:ph type="body" sz="quarter" idx="28" hasCustomPrompt="1"/>
          </p:nvPr>
        </p:nvSpPr>
        <p:spPr>
          <a:xfrm>
            <a:off x="4385655" y="1129551"/>
            <a:ext cx="184736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HISTORIQUE</a:t>
            </a:r>
          </a:p>
        </p:txBody>
      </p:sp>
      <p:sp>
        <p:nvSpPr>
          <p:cNvPr id="49" name="Espace réservé du texte 9">
            <a:extLst>
              <a:ext uri="{FF2B5EF4-FFF2-40B4-BE49-F238E27FC236}">
                <a16:creationId xmlns:a16="http://schemas.microsoft.com/office/drawing/2014/main" id="{14DC970C-E03C-9ABA-75CE-86CB515569D4}"/>
              </a:ext>
            </a:extLst>
          </p:cNvPr>
          <p:cNvSpPr>
            <a:spLocks noGrp="1"/>
          </p:cNvSpPr>
          <p:nvPr>
            <p:ph type="body" sz="quarter" idx="29" hasCustomPrompt="1"/>
          </p:nvPr>
        </p:nvSpPr>
        <p:spPr>
          <a:xfrm>
            <a:off x="4377169" y="1398822"/>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POINTS</a:t>
            </a:r>
          </a:p>
        </p:txBody>
      </p:sp>
      <p:sp>
        <p:nvSpPr>
          <p:cNvPr id="50" name="Espace réservé du texte 9">
            <a:extLst>
              <a:ext uri="{FF2B5EF4-FFF2-40B4-BE49-F238E27FC236}">
                <a16:creationId xmlns:a16="http://schemas.microsoft.com/office/drawing/2014/main" id="{EA794D4B-9407-4401-B158-546971247800}"/>
              </a:ext>
            </a:extLst>
          </p:cNvPr>
          <p:cNvSpPr>
            <a:spLocks noGrp="1"/>
          </p:cNvSpPr>
          <p:nvPr>
            <p:ph type="body" sz="quarter" idx="30" hasCustomPrompt="1"/>
          </p:nvPr>
        </p:nvSpPr>
        <p:spPr>
          <a:xfrm>
            <a:off x="4377169" y="1658902"/>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POINTS FAIBLES</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2" name="Espace réservé du texte 9">
            <a:extLst>
              <a:ext uri="{FF2B5EF4-FFF2-40B4-BE49-F238E27FC236}">
                <a16:creationId xmlns:a16="http://schemas.microsoft.com/office/drawing/2014/main" id="{F6CDB0CA-CC44-A6EB-6513-2D654B57361B}"/>
              </a:ext>
            </a:extLst>
          </p:cNvPr>
          <p:cNvSpPr>
            <a:spLocks noGrp="1"/>
          </p:cNvSpPr>
          <p:nvPr>
            <p:ph type="body" sz="quarter" idx="31" hasCustomPrompt="1"/>
          </p:nvPr>
        </p:nvSpPr>
        <p:spPr>
          <a:xfrm>
            <a:off x="4377169" y="2388349"/>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7" name="Espace réservé du texte 9">
            <a:extLst>
              <a:ext uri="{FF2B5EF4-FFF2-40B4-BE49-F238E27FC236}">
                <a16:creationId xmlns:a16="http://schemas.microsoft.com/office/drawing/2014/main" id="{099025D7-6CDE-8442-3EE4-EB03FDB19A05}"/>
              </a:ext>
            </a:extLst>
          </p:cNvPr>
          <p:cNvSpPr>
            <a:spLocks noGrp="1"/>
          </p:cNvSpPr>
          <p:nvPr>
            <p:ph type="body" sz="quarter" idx="32" hasCustomPrompt="1"/>
          </p:nvPr>
        </p:nvSpPr>
        <p:spPr>
          <a:xfrm>
            <a:off x="4377169" y="2665778"/>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65" name="Espace réservé du texte 9">
            <a:extLst>
              <a:ext uri="{FF2B5EF4-FFF2-40B4-BE49-F238E27FC236}">
                <a16:creationId xmlns:a16="http://schemas.microsoft.com/office/drawing/2014/main" id="{F0C2737D-1634-9352-1960-6EB42E497492}"/>
              </a:ext>
            </a:extLst>
          </p:cNvPr>
          <p:cNvSpPr>
            <a:spLocks noGrp="1"/>
          </p:cNvSpPr>
          <p:nvPr>
            <p:ph type="body" sz="quarter" idx="33" hasCustomPrompt="1"/>
          </p:nvPr>
        </p:nvSpPr>
        <p:spPr>
          <a:xfrm>
            <a:off x="4377169" y="2941768"/>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4" name="Espace réservé du texte 9">
            <a:extLst>
              <a:ext uri="{FF2B5EF4-FFF2-40B4-BE49-F238E27FC236}">
                <a16:creationId xmlns:a16="http://schemas.microsoft.com/office/drawing/2014/main" id="{657A77C1-AF68-3D4B-7775-324349183841}"/>
              </a:ext>
            </a:extLst>
          </p:cNvPr>
          <p:cNvSpPr>
            <a:spLocks noGrp="1"/>
          </p:cNvSpPr>
          <p:nvPr>
            <p:ph type="body" sz="quarter" idx="34" hasCustomPrompt="1"/>
          </p:nvPr>
        </p:nvSpPr>
        <p:spPr>
          <a:xfrm>
            <a:off x="4377169" y="3219935"/>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7" name="Espace réservé du texte 9">
            <a:extLst>
              <a:ext uri="{FF2B5EF4-FFF2-40B4-BE49-F238E27FC236}">
                <a16:creationId xmlns:a16="http://schemas.microsoft.com/office/drawing/2014/main" id="{D67B4C33-5587-3FCB-1065-1CBEEDBD50D9}"/>
              </a:ext>
            </a:extLst>
          </p:cNvPr>
          <p:cNvSpPr>
            <a:spLocks noGrp="1"/>
          </p:cNvSpPr>
          <p:nvPr>
            <p:ph type="body" sz="quarter" idx="35" hasCustomPrompt="1"/>
          </p:nvPr>
        </p:nvSpPr>
        <p:spPr>
          <a:xfrm>
            <a:off x="4377169" y="3470385"/>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9" name="Espace réservé du texte 9">
            <a:extLst>
              <a:ext uri="{FF2B5EF4-FFF2-40B4-BE49-F238E27FC236}">
                <a16:creationId xmlns:a16="http://schemas.microsoft.com/office/drawing/2014/main" id="{2D66C4DB-A6FC-917F-BFAD-957327DF9ED5}"/>
              </a:ext>
            </a:extLst>
          </p:cNvPr>
          <p:cNvSpPr>
            <a:spLocks noGrp="1"/>
          </p:cNvSpPr>
          <p:nvPr>
            <p:ph type="body" sz="quarter" idx="36" hasCustomPrompt="1"/>
          </p:nvPr>
        </p:nvSpPr>
        <p:spPr>
          <a:xfrm>
            <a:off x="4377169" y="4117191"/>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0" name="Espace réservé du texte 9">
            <a:extLst>
              <a:ext uri="{FF2B5EF4-FFF2-40B4-BE49-F238E27FC236}">
                <a16:creationId xmlns:a16="http://schemas.microsoft.com/office/drawing/2014/main" id="{4B76ACB0-46B5-64B5-FD52-C58C0CB2918A}"/>
              </a:ext>
            </a:extLst>
          </p:cNvPr>
          <p:cNvSpPr>
            <a:spLocks noGrp="1"/>
          </p:cNvSpPr>
          <p:nvPr>
            <p:ph type="body" sz="quarter" idx="37" hasCustomPrompt="1"/>
          </p:nvPr>
        </p:nvSpPr>
        <p:spPr>
          <a:xfrm>
            <a:off x="4385655" y="4419999"/>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1" name="Espace réservé du texte 9">
            <a:extLst>
              <a:ext uri="{FF2B5EF4-FFF2-40B4-BE49-F238E27FC236}">
                <a16:creationId xmlns:a16="http://schemas.microsoft.com/office/drawing/2014/main" id="{5C01F6A6-163D-1CA3-5E45-5BA29F3398F3}"/>
              </a:ext>
            </a:extLst>
          </p:cNvPr>
          <p:cNvSpPr>
            <a:spLocks noGrp="1"/>
          </p:cNvSpPr>
          <p:nvPr>
            <p:ph type="body" sz="quarter" idx="38" hasCustomPrompt="1"/>
          </p:nvPr>
        </p:nvSpPr>
        <p:spPr>
          <a:xfrm>
            <a:off x="4377169" y="4719150"/>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2" name="Espace réservé du texte 2">
            <a:extLst>
              <a:ext uri="{FF2B5EF4-FFF2-40B4-BE49-F238E27FC236}">
                <a16:creationId xmlns:a16="http://schemas.microsoft.com/office/drawing/2014/main" id="{3AD85411-40FF-71D5-5B5B-FE57300E2E8E}"/>
              </a:ext>
            </a:extLst>
          </p:cNvPr>
          <p:cNvSpPr>
            <a:spLocks noGrp="1"/>
          </p:cNvSpPr>
          <p:nvPr>
            <p:ph type="body" sz="quarter" idx="44" hasCustomPrompt="1"/>
          </p:nvPr>
        </p:nvSpPr>
        <p:spPr>
          <a:xfrm>
            <a:off x="4360663" y="2120927"/>
            <a:ext cx="4574007"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
        <p:nvSpPr>
          <p:cNvPr id="93" name="Espace réservé du texte 2">
            <a:extLst>
              <a:ext uri="{FF2B5EF4-FFF2-40B4-BE49-F238E27FC236}">
                <a16:creationId xmlns:a16="http://schemas.microsoft.com/office/drawing/2014/main" id="{5D94EA8C-C3AB-F789-6806-406094D402B9}"/>
              </a:ext>
            </a:extLst>
          </p:cNvPr>
          <p:cNvSpPr>
            <a:spLocks noGrp="1"/>
          </p:cNvSpPr>
          <p:nvPr>
            <p:ph type="body" sz="quarter" idx="45" hasCustomPrompt="1"/>
          </p:nvPr>
        </p:nvSpPr>
        <p:spPr>
          <a:xfrm>
            <a:off x="4385654" y="3841443"/>
            <a:ext cx="4497145"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Tree>
    <p:extLst>
      <p:ext uri="{BB962C8B-B14F-4D97-AF65-F5344CB8AC3E}">
        <p14:creationId xmlns:p14="http://schemas.microsoft.com/office/powerpoint/2010/main" val="313868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ommaire du chapitre">
    <p:spTree>
      <p:nvGrpSpPr>
        <p:cNvPr id="1" name=""/>
        <p:cNvGrpSpPr/>
        <p:nvPr/>
      </p:nvGrpSpPr>
      <p:grpSpPr>
        <a:xfrm>
          <a:off x="0" y="0"/>
          <a:ext cx="0" cy="0"/>
          <a:chOff x="0" y="0"/>
          <a:chExt cx="0" cy="0"/>
        </a:xfrm>
      </p:grpSpPr>
      <p:sp>
        <p:nvSpPr>
          <p:cNvPr id="14" name="Rectangle 13"/>
          <p:cNvSpPr/>
          <p:nvPr userDrawn="1"/>
        </p:nvSpPr>
        <p:spPr>
          <a:xfrm>
            <a:off x="4235115" y="0"/>
            <a:ext cx="4903127" cy="6488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101024"/>
              </a:solidFill>
            </a:endParaRPr>
          </a:p>
        </p:txBody>
      </p:sp>
      <p:sp>
        <p:nvSpPr>
          <p:cNvPr id="109" name="Rectangle 108"/>
          <p:cNvSpPr/>
          <p:nvPr userDrawn="1"/>
        </p:nvSpPr>
        <p:spPr>
          <a:xfrm>
            <a:off x="-3599" y="17"/>
            <a:ext cx="4280507"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4" name="Connecteur droit 63"/>
          <p:cNvCxnSpPr>
            <a:cxnSpLocks/>
          </p:cNvCxnSpPr>
          <p:nvPr userDrawn="1"/>
        </p:nvCxnSpPr>
        <p:spPr>
          <a:xfrm flipH="1">
            <a:off x="4572000" y="313592"/>
            <a:ext cx="4219575"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68" name="Espace réservé du titre 1"/>
          <p:cNvSpPr txBox="1">
            <a:spLocks/>
          </p:cNvSpPr>
          <p:nvPr userDrawn="1"/>
        </p:nvSpPr>
        <p:spPr>
          <a:xfrm>
            <a:off x="5155923" y="828046"/>
            <a:ext cx="3967978" cy="29620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endParaRPr lang="fr-FR" sz="1200" b="0" spc="0" dirty="0">
              <a:solidFill>
                <a:srgbClr val="231F20"/>
              </a:solidFill>
              <a:latin typeface="Franklin Gothic Book" panose="020B0503020102020204" pitchFamily="34" charset="0"/>
            </a:endParaRPr>
          </a:p>
        </p:txBody>
      </p:sp>
      <p:sp>
        <p:nvSpPr>
          <p:cNvPr id="70" name="Espace réservé du titre 1"/>
          <p:cNvSpPr txBox="1">
            <a:spLocks/>
          </p:cNvSpPr>
          <p:nvPr userDrawn="1"/>
        </p:nvSpPr>
        <p:spPr>
          <a:xfrm>
            <a:off x="4358054" y="560047"/>
            <a:ext cx="4794458" cy="291841"/>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INTRODUCTION</a:t>
            </a:r>
          </a:p>
        </p:txBody>
      </p:sp>
      <p:sp>
        <p:nvSpPr>
          <p:cNvPr id="66" name="Rectangle 65"/>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67"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69"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145"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Franklin Gothic Book" panose="020B0503020102020204" pitchFamily="34" charset="0"/>
              </a:defRPr>
            </a:lvl1pPr>
          </a:lstStyle>
          <a:p>
            <a:fld id="{07C4DFEA-AAE8-4403-B42D-53C3950B26E2}" type="slidenum">
              <a:rPr lang="fr-FR" smtClean="0"/>
              <a:pPr/>
              <a:t>‹N°›</a:t>
            </a:fld>
            <a:endParaRPr lang="fr-FR" dirty="0"/>
          </a:p>
        </p:txBody>
      </p:sp>
      <p:sp>
        <p:nvSpPr>
          <p:cNvPr id="146" name="Titre 1"/>
          <p:cNvSpPr txBox="1">
            <a:spLocks/>
          </p:cNvSpPr>
          <p:nvPr userDrawn="1"/>
        </p:nvSpPr>
        <p:spPr>
          <a:xfrm rot="16200000">
            <a:off x="1624617" y="4078314"/>
            <a:ext cx="4204606" cy="581408"/>
          </a:xfrm>
          <a:prstGeom prst="rect">
            <a:avLst/>
          </a:prstGeom>
        </p:spPr>
        <p:txBody>
          <a:bodyPr anchor="b">
            <a:normAutofit/>
          </a:bodyPr>
          <a:lstStyle>
            <a:lvl1pPr algn="ct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000" spc="300" dirty="0">
                <a:solidFill>
                  <a:schemeClr val="bg1"/>
                </a:solidFill>
              </a:rPr>
              <a:t>SOMMAIRE</a:t>
            </a:r>
          </a:p>
        </p:txBody>
      </p:sp>
      <p:sp>
        <p:nvSpPr>
          <p:cNvPr id="150" name="Espace réservé du titre 1"/>
          <p:cNvSpPr txBox="1">
            <a:spLocks/>
          </p:cNvSpPr>
          <p:nvPr userDrawn="1"/>
        </p:nvSpPr>
        <p:spPr>
          <a:xfrm>
            <a:off x="4361133" y="5231294"/>
            <a:ext cx="3373489"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ÉVALUATION</a:t>
            </a:r>
            <a:endParaRPr lang="fr-FR" sz="1400" b="0" spc="0" dirty="0">
              <a:solidFill>
                <a:srgbClr val="101024"/>
              </a:solidFill>
              <a:latin typeface="+mj-lt"/>
            </a:endParaRPr>
          </a:p>
        </p:txBody>
      </p:sp>
      <p:sp>
        <p:nvSpPr>
          <p:cNvPr id="152" name="Espace réservé du titre 1"/>
          <p:cNvSpPr txBox="1">
            <a:spLocks/>
          </p:cNvSpPr>
          <p:nvPr userDrawn="1"/>
        </p:nvSpPr>
        <p:spPr>
          <a:xfrm>
            <a:off x="4361133" y="5541920"/>
            <a:ext cx="269329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CORRECTIONS</a:t>
            </a:r>
            <a:endParaRPr lang="fr-FR" sz="1400" b="0" spc="0" dirty="0">
              <a:solidFill>
                <a:srgbClr val="101024"/>
              </a:solidFill>
              <a:latin typeface="+mj-lt"/>
            </a:endParaRPr>
          </a:p>
        </p:txBody>
      </p:sp>
      <p:sp>
        <p:nvSpPr>
          <p:cNvPr id="154" name="Espace réservé du titre 1"/>
          <p:cNvSpPr txBox="1">
            <a:spLocks/>
          </p:cNvSpPr>
          <p:nvPr userDrawn="1"/>
        </p:nvSpPr>
        <p:spPr>
          <a:xfrm>
            <a:off x="4361133" y="5850560"/>
            <a:ext cx="340300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GLOSSAIRE</a:t>
            </a:r>
            <a:endParaRPr lang="fr-FR" sz="1400" b="0" spc="0" dirty="0">
              <a:solidFill>
                <a:srgbClr val="101024"/>
              </a:solidFill>
              <a:latin typeface="+mj-lt"/>
            </a:endParaRPr>
          </a:p>
        </p:txBody>
      </p:sp>
      <p:sp>
        <p:nvSpPr>
          <p:cNvPr id="156" name="Espace réservé du titre 1"/>
          <p:cNvSpPr txBox="1">
            <a:spLocks/>
          </p:cNvSpPr>
          <p:nvPr userDrawn="1"/>
        </p:nvSpPr>
        <p:spPr>
          <a:xfrm>
            <a:off x="4361133" y="6148162"/>
            <a:ext cx="3359242"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cs typeface="Arial" panose="020B0604020202020204" pitchFamily="34" charset="0"/>
              </a:rPr>
              <a:t>RESSOURCES</a:t>
            </a:r>
            <a:endParaRPr lang="fr-FR" sz="1400" b="0" spc="0" dirty="0">
              <a:solidFill>
                <a:srgbClr val="101024"/>
              </a:solidFill>
              <a:latin typeface="+mj-lt"/>
              <a:cs typeface="Arial" panose="020B0604020202020204" pitchFamily="34" charset="0"/>
            </a:endParaRPr>
          </a:p>
        </p:txBody>
      </p:sp>
      <p:sp>
        <p:nvSpPr>
          <p:cNvPr id="51" name="Espace réservé du texte 2">
            <a:extLst>
              <a:ext uri="{FF2B5EF4-FFF2-40B4-BE49-F238E27FC236}">
                <a16:creationId xmlns:a16="http://schemas.microsoft.com/office/drawing/2014/main" id="{491899B9-2F21-CCFB-C502-12C98A9D7CAC}"/>
              </a:ext>
            </a:extLst>
          </p:cNvPr>
          <p:cNvSpPr>
            <a:spLocks noGrp="1"/>
          </p:cNvSpPr>
          <p:nvPr>
            <p:ph type="body" sz="quarter" idx="10" hasCustomPrompt="1"/>
          </p:nvPr>
        </p:nvSpPr>
        <p:spPr>
          <a:xfrm>
            <a:off x="30974" y="652076"/>
            <a:ext cx="4095395" cy="843350"/>
          </a:xfrm>
          <a:prstGeom prst="rect">
            <a:avLst/>
          </a:prstGeom>
        </p:spPr>
        <p:txBody>
          <a:bodyPr/>
          <a:lstStyle>
            <a:lvl1pPr algn="ctr">
              <a:defRPr sz="2500" b="1">
                <a:solidFill>
                  <a:schemeClr val="bg1"/>
                </a:solidFill>
                <a:latin typeface="Arial" panose="020B0604020202020204" pitchFamily="34" charset="0"/>
                <a:cs typeface="Arial" panose="020B0604020202020204" pitchFamily="34" charset="0"/>
              </a:defRPr>
            </a:lvl1pPr>
          </a:lstStyle>
          <a:p>
            <a:pPr lvl="0"/>
            <a:r>
              <a:rPr lang="fr-FR" dirty="0"/>
              <a:t>[ TITRE DE CHAPITRE ]</a:t>
            </a:r>
          </a:p>
        </p:txBody>
      </p:sp>
      <p:sp>
        <p:nvSpPr>
          <p:cNvPr id="10" name="Espace réservé du texte 9">
            <a:extLst>
              <a:ext uri="{FF2B5EF4-FFF2-40B4-BE49-F238E27FC236}">
                <a16:creationId xmlns:a16="http://schemas.microsoft.com/office/drawing/2014/main" id="{9EBBFE3B-9A82-B750-6BB0-CE293F240240}"/>
              </a:ext>
            </a:extLst>
          </p:cNvPr>
          <p:cNvSpPr>
            <a:spLocks noGrp="1"/>
          </p:cNvSpPr>
          <p:nvPr>
            <p:ph type="body" sz="quarter" idx="11" hasCustomPrompt="1"/>
          </p:nvPr>
        </p:nvSpPr>
        <p:spPr>
          <a:xfrm>
            <a:off x="7671289" y="86947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6" name="Espace réservé du texte 9">
            <a:extLst>
              <a:ext uri="{FF2B5EF4-FFF2-40B4-BE49-F238E27FC236}">
                <a16:creationId xmlns:a16="http://schemas.microsoft.com/office/drawing/2014/main" id="{5DEF1044-9CFE-0058-02C0-6C87AA8100B3}"/>
              </a:ext>
            </a:extLst>
          </p:cNvPr>
          <p:cNvSpPr>
            <a:spLocks noGrp="1"/>
          </p:cNvSpPr>
          <p:nvPr>
            <p:ph type="body" sz="quarter" idx="12" hasCustomPrompt="1"/>
          </p:nvPr>
        </p:nvSpPr>
        <p:spPr>
          <a:xfrm>
            <a:off x="7671289" y="113482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8" name="Espace réservé du texte 9">
            <a:extLst>
              <a:ext uri="{FF2B5EF4-FFF2-40B4-BE49-F238E27FC236}">
                <a16:creationId xmlns:a16="http://schemas.microsoft.com/office/drawing/2014/main" id="{45CBF187-FB03-6167-7295-FDF3E03148B2}"/>
              </a:ext>
            </a:extLst>
          </p:cNvPr>
          <p:cNvSpPr>
            <a:spLocks noGrp="1"/>
          </p:cNvSpPr>
          <p:nvPr>
            <p:ph type="body" sz="quarter" idx="13" hasCustomPrompt="1"/>
          </p:nvPr>
        </p:nvSpPr>
        <p:spPr>
          <a:xfrm>
            <a:off x="7671289" y="167948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9" name="Espace réservé du texte 9">
            <a:extLst>
              <a:ext uri="{FF2B5EF4-FFF2-40B4-BE49-F238E27FC236}">
                <a16:creationId xmlns:a16="http://schemas.microsoft.com/office/drawing/2014/main" id="{2CF95FE9-443B-AFD0-8801-1A1113746564}"/>
              </a:ext>
            </a:extLst>
          </p:cNvPr>
          <p:cNvSpPr>
            <a:spLocks noGrp="1"/>
          </p:cNvSpPr>
          <p:nvPr>
            <p:ph type="body" sz="quarter" idx="14" hasCustomPrompt="1"/>
          </p:nvPr>
        </p:nvSpPr>
        <p:spPr>
          <a:xfrm>
            <a:off x="7671289" y="239490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0" name="Espace réservé du texte 9">
            <a:extLst>
              <a:ext uri="{FF2B5EF4-FFF2-40B4-BE49-F238E27FC236}">
                <a16:creationId xmlns:a16="http://schemas.microsoft.com/office/drawing/2014/main" id="{331A9968-726D-037C-1C41-11D9EC2657B4}"/>
              </a:ext>
            </a:extLst>
          </p:cNvPr>
          <p:cNvSpPr>
            <a:spLocks noGrp="1"/>
          </p:cNvSpPr>
          <p:nvPr>
            <p:ph type="body" sz="quarter" idx="15" hasCustomPrompt="1"/>
          </p:nvPr>
        </p:nvSpPr>
        <p:spPr>
          <a:xfrm>
            <a:off x="7671289" y="261154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1" name="Espace réservé du texte 9">
            <a:extLst>
              <a:ext uri="{FF2B5EF4-FFF2-40B4-BE49-F238E27FC236}">
                <a16:creationId xmlns:a16="http://schemas.microsoft.com/office/drawing/2014/main" id="{42D53EAC-2832-BCB5-8790-ECBDD9ED0987}"/>
              </a:ext>
            </a:extLst>
          </p:cNvPr>
          <p:cNvSpPr>
            <a:spLocks noGrp="1"/>
          </p:cNvSpPr>
          <p:nvPr>
            <p:ph type="body" sz="quarter" idx="16" hasCustomPrompt="1"/>
          </p:nvPr>
        </p:nvSpPr>
        <p:spPr>
          <a:xfrm>
            <a:off x="7671289" y="287381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2" name="Espace réservé du texte 9">
            <a:extLst>
              <a:ext uri="{FF2B5EF4-FFF2-40B4-BE49-F238E27FC236}">
                <a16:creationId xmlns:a16="http://schemas.microsoft.com/office/drawing/2014/main" id="{018B580D-ED03-932B-EC96-5F22C07C5447}"/>
              </a:ext>
            </a:extLst>
          </p:cNvPr>
          <p:cNvSpPr>
            <a:spLocks noGrp="1"/>
          </p:cNvSpPr>
          <p:nvPr>
            <p:ph type="body" sz="quarter" idx="17" hasCustomPrompt="1"/>
          </p:nvPr>
        </p:nvSpPr>
        <p:spPr>
          <a:xfrm>
            <a:off x="7671289" y="3128057"/>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3" name="Espace réservé du texte 9">
            <a:extLst>
              <a:ext uri="{FF2B5EF4-FFF2-40B4-BE49-F238E27FC236}">
                <a16:creationId xmlns:a16="http://schemas.microsoft.com/office/drawing/2014/main" id="{91EC2A62-3F87-3C7D-5A67-1E18DCCB7896}"/>
              </a:ext>
            </a:extLst>
          </p:cNvPr>
          <p:cNvSpPr>
            <a:spLocks noGrp="1"/>
          </p:cNvSpPr>
          <p:nvPr>
            <p:ph type="body" sz="quarter" idx="18" hasCustomPrompt="1"/>
          </p:nvPr>
        </p:nvSpPr>
        <p:spPr>
          <a:xfrm>
            <a:off x="7671289" y="340680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6" name="Espace réservé du texte 9">
            <a:extLst>
              <a:ext uri="{FF2B5EF4-FFF2-40B4-BE49-F238E27FC236}">
                <a16:creationId xmlns:a16="http://schemas.microsoft.com/office/drawing/2014/main" id="{143D9429-851D-2554-6431-ED15C0CAF284}"/>
              </a:ext>
            </a:extLst>
          </p:cNvPr>
          <p:cNvSpPr>
            <a:spLocks noGrp="1"/>
          </p:cNvSpPr>
          <p:nvPr>
            <p:ph type="body" sz="quarter" idx="19" hasCustomPrompt="1"/>
          </p:nvPr>
        </p:nvSpPr>
        <p:spPr>
          <a:xfrm>
            <a:off x="7671289" y="139378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7" name="Espace réservé du texte 9">
            <a:extLst>
              <a:ext uri="{FF2B5EF4-FFF2-40B4-BE49-F238E27FC236}">
                <a16:creationId xmlns:a16="http://schemas.microsoft.com/office/drawing/2014/main" id="{DF96AA4B-BEDB-2DE2-0969-DB869D2BCAFC}"/>
              </a:ext>
            </a:extLst>
          </p:cNvPr>
          <p:cNvSpPr>
            <a:spLocks noGrp="1"/>
          </p:cNvSpPr>
          <p:nvPr>
            <p:ph type="body" sz="quarter" idx="20" hasCustomPrompt="1"/>
          </p:nvPr>
        </p:nvSpPr>
        <p:spPr>
          <a:xfrm>
            <a:off x="7621050" y="410767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8" name="Espace réservé du texte 9">
            <a:extLst>
              <a:ext uri="{FF2B5EF4-FFF2-40B4-BE49-F238E27FC236}">
                <a16:creationId xmlns:a16="http://schemas.microsoft.com/office/drawing/2014/main" id="{3CE6B9F0-E704-1856-0FBE-9EBFCE60291B}"/>
              </a:ext>
            </a:extLst>
          </p:cNvPr>
          <p:cNvSpPr>
            <a:spLocks noGrp="1"/>
          </p:cNvSpPr>
          <p:nvPr>
            <p:ph type="body" sz="quarter" idx="21" hasCustomPrompt="1"/>
          </p:nvPr>
        </p:nvSpPr>
        <p:spPr>
          <a:xfrm>
            <a:off x="7621050" y="441251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9" name="Espace réservé du texte 9">
            <a:extLst>
              <a:ext uri="{FF2B5EF4-FFF2-40B4-BE49-F238E27FC236}">
                <a16:creationId xmlns:a16="http://schemas.microsoft.com/office/drawing/2014/main" id="{66BF88BB-2CD7-C0AE-564B-AD9479D722D1}"/>
              </a:ext>
            </a:extLst>
          </p:cNvPr>
          <p:cNvSpPr>
            <a:spLocks noGrp="1"/>
          </p:cNvSpPr>
          <p:nvPr>
            <p:ph type="body" sz="quarter" idx="22" hasCustomPrompt="1"/>
          </p:nvPr>
        </p:nvSpPr>
        <p:spPr>
          <a:xfrm>
            <a:off x="7621050" y="472645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0" name="Espace réservé du texte 9">
            <a:extLst>
              <a:ext uri="{FF2B5EF4-FFF2-40B4-BE49-F238E27FC236}">
                <a16:creationId xmlns:a16="http://schemas.microsoft.com/office/drawing/2014/main" id="{1CAFBDCE-6A79-9E7F-55F7-08236CA5696D}"/>
              </a:ext>
            </a:extLst>
          </p:cNvPr>
          <p:cNvSpPr>
            <a:spLocks noGrp="1"/>
          </p:cNvSpPr>
          <p:nvPr>
            <p:ph type="body" sz="quarter" idx="23" hasCustomPrompt="1"/>
          </p:nvPr>
        </p:nvSpPr>
        <p:spPr>
          <a:xfrm>
            <a:off x="7621050" y="527022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1" name="Espace réservé du texte 9">
            <a:extLst>
              <a:ext uri="{FF2B5EF4-FFF2-40B4-BE49-F238E27FC236}">
                <a16:creationId xmlns:a16="http://schemas.microsoft.com/office/drawing/2014/main" id="{38248CAC-113C-E942-80A2-1FC37CC7C50D}"/>
              </a:ext>
            </a:extLst>
          </p:cNvPr>
          <p:cNvSpPr>
            <a:spLocks noGrp="1"/>
          </p:cNvSpPr>
          <p:nvPr>
            <p:ph type="body" sz="quarter" idx="24" hasCustomPrompt="1"/>
          </p:nvPr>
        </p:nvSpPr>
        <p:spPr>
          <a:xfrm>
            <a:off x="7621050" y="553156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2" name="Espace réservé du texte 9">
            <a:extLst>
              <a:ext uri="{FF2B5EF4-FFF2-40B4-BE49-F238E27FC236}">
                <a16:creationId xmlns:a16="http://schemas.microsoft.com/office/drawing/2014/main" id="{FF5FBBFA-1B0F-EB02-8343-B08E2DE3249B}"/>
              </a:ext>
            </a:extLst>
          </p:cNvPr>
          <p:cNvSpPr>
            <a:spLocks noGrp="1"/>
          </p:cNvSpPr>
          <p:nvPr>
            <p:ph type="body" sz="quarter" idx="25" hasCustomPrompt="1"/>
          </p:nvPr>
        </p:nvSpPr>
        <p:spPr>
          <a:xfrm>
            <a:off x="7619418" y="5840588"/>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3" name="Espace réservé du texte 9">
            <a:extLst>
              <a:ext uri="{FF2B5EF4-FFF2-40B4-BE49-F238E27FC236}">
                <a16:creationId xmlns:a16="http://schemas.microsoft.com/office/drawing/2014/main" id="{17FA2C32-5D85-40F4-88D2-F66E406914C7}"/>
              </a:ext>
            </a:extLst>
          </p:cNvPr>
          <p:cNvSpPr>
            <a:spLocks noGrp="1"/>
          </p:cNvSpPr>
          <p:nvPr>
            <p:ph type="body" sz="quarter" idx="26" hasCustomPrompt="1"/>
          </p:nvPr>
        </p:nvSpPr>
        <p:spPr>
          <a:xfrm>
            <a:off x="7619418" y="6137683"/>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47" name="Espace réservé du texte 9">
            <a:extLst>
              <a:ext uri="{FF2B5EF4-FFF2-40B4-BE49-F238E27FC236}">
                <a16:creationId xmlns:a16="http://schemas.microsoft.com/office/drawing/2014/main" id="{6F136BA6-7941-63C3-43FB-5A717C90783B}"/>
              </a:ext>
            </a:extLst>
          </p:cNvPr>
          <p:cNvSpPr>
            <a:spLocks noGrp="1"/>
          </p:cNvSpPr>
          <p:nvPr>
            <p:ph type="body" sz="quarter" idx="27" hasCustomPrompt="1"/>
          </p:nvPr>
        </p:nvSpPr>
        <p:spPr>
          <a:xfrm>
            <a:off x="4385655" y="869471"/>
            <a:ext cx="184736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DÉFINITION</a:t>
            </a:r>
          </a:p>
        </p:txBody>
      </p:sp>
      <p:sp>
        <p:nvSpPr>
          <p:cNvPr id="48" name="Espace réservé du texte 9">
            <a:extLst>
              <a:ext uri="{FF2B5EF4-FFF2-40B4-BE49-F238E27FC236}">
                <a16:creationId xmlns:a16="http://schemas.microsoft.com/office/drawing/2014/main" id="{2E8978FD-E6B8-CD7B-9A4E-DF32EA49E19D}"/>
              </a:ext>
            </a:extLst>
          </p:cNvPr>
          <p:cNvSpPr>
            <a:spLocks noGrp="1"/>
          </p:cNvSpPr>
          <p:nvPr>
            <p:ph type="body" sz="quarter" idx="28" hasCustomPrompt="1"/>
          </p:nvPr>
        </p:nvSpPr>
        <p:spPr>
          <a:xfrm>
            <a:off x="4385655" y="1129551"/>
            <a:ext cx="184736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HISTORIQUE</a:t>
            </a:r>
          </a:p>
        </p:txBody>
      </p:sp>
      <p:sp>
        <p:nvSpPr>
          <p:cNvPr id="49" name="Espace réservé du texte 9">
            <a:extLst>
              <a:ext uri="{FF2B5EF4-FFF2-40B4-BE49-F238E27FC236}">
                <a16:creationId xmlns:a16="http://schemas.microsoft.com/office/drawing/2014/main" id="{4824B83F-B64D-716D-9A86-B5E5C72C00CB}"/>
              </a:ext>
            </a:extLst>
          </p:cNvPr>
          <p:cNvSpPr>
            <a:spLocks noGrp="1"/>
          </p:cNvSpPr>
          <p:nvPr>
            <p:ph type="body" sz="quarter" idx="29" hasCustomPrompt="1"/>
          </p:nvPr>
        </p:nvSpPr>
        <p:spPr>
          <a:xfrm>
            <a:off x="4377169" y="1398822"/>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POINTS</a:t>
            </a:r>
          </a:p>
        </p:txBody>
      </p:sp>
      <p:sp>
        <p:nvSpPr>
          <p:cNvPr id="50" name="Espace réservé du texte 9">
            <a:extLst>
              <a:ext uri="{FF2B5EF4-FFF2-40B4-BE49-F238E27FC236}">
                <a16:creationId xmlns:a16="http://schemas.microsoft.com/office/drawing/2014/main" id="{4CEFB72A-EF71-E72A-0FAB-2DE34A3959B6}"/>
              </a:ext>
            </a:extLst>
          </p:cNvPr>
          <p:cNvSpPr>
            <a:spLocks noGrp="1"/>
          </p:cNvSpPr>
          <p:nvPr>
            <p:ph type="body" sz="quarter" idx="30" hasCustomPrompt="1"/>
          </p:nvPr>
        </p:nvSpPr>
        <p:spPr>
          <a:xfrm>
            <a:off x="4377169" y="1658902"/>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POINTS FAIBLES</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2" name="Espace réservé du texte 9">
            <a:extLst>
              <a:ext uri="{FF2B5EF4-FFF2-40B4-BE49-F238E27FC236}">
                <a16:creationId xmlns:a16="http://schemas.microsoft.com/office/drawing/2014/main" id="{06C06567-20B6-19EE-BAAC-DA60BAF12F70}"/>
              </a:ext>
            </a:extLst>
          </p:cNvPr>
          <p:cNvSpPr>
            <a:spLocks noGrp="1"/>
          </p:cNvSpPr>
          <p:nvPr>
            <p:ph type="body" sz="quarter" idx="31" hasCustomPrompt="1"/>
          </p:nvPr>
        </p:nvSpPr>
        <p:spPr>
          <a:xfrm>
            <a:off x="4377169" y="2388349"/>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3" name="Espace réservé du texte 9">
            <a:extLst>
              <a:ext uri="{FF2B5EF4-FFF2-40B4-BE49-F238E27FC236}">
                <a16:creationId xmlns:a16="http://schemas.microsoft.com/office/drawing/2014/main" id="{7F36269F-788B-3CC0-A8CC-C646B307C1CA}"/>
              </a:ext>
            </a:extLst>
          </p:cNvPr>
          <p:cNvSpPr>
            <a:spLocks noGrp="1"/>
          </p:cNvSpPr>
          <p:nvPr>
            <p:ph type="body" sz="quarter" idx="32" hasCustomPrompt="1"/>
          </p:nvPr>
        </p:nvSpPr>
        <p:spPr>
          <a:xfrm>
            <a:off x="4377169" y="2665778"/>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4" name="Espace réservé du texte 9">
            <a:extLst>
              <a:ext uri="{FF2B5EF4-FFF2-40B4-BE49-F238E27FC236}">
                <a16:creationId xmlns:a16="http://schemas.microsoft.com/office/drawing/2014/main" id="{90309686-06F3-BD2B-8598-37D609E21C9E}"/>
              </a:ext>
            </a:extLst>
          </p:cNvPr>
          <p:cNvSpPr>
            <a:spLocks noGrp="1"/>
          </p:cNvSpPr>
          <p:nvPr>
            <p:ph type="body" sz="quarter" idx="33" hasCustomPrompt="1"/>
          </p:nvPr>
        </p:nvSpPr>
        <p:spPr>
          <a:xfrm>
            <a:off x="4377169" y="2941768"/>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5" name="Espace réservé du texte 9">
            <a:extLst>
              <a:ext uri="{FF2B5EF4-FFF2-40B4-BE49-F238E27FC236}">
                <a16:creationId xmlns:a16="http://schemas.microsoft.com/office/drawing/2014/main" id="{F345735E-039B-ADA5-EC3E-CE8DE6234BFF}"/>
              </a:ext>
            </a:extLst>
          </p:cNvPr>
          <p:cNvSpPr>
            <a:spLocks noGrp="1"/>
          </p:cNvSpPr>
          <p:nvPr>
            <p:ph type="body" sz="quarter" idx="34" hasCustomPrompt="1"/>
          </p:nvPr>
        </p:nvSpPr>
        <p:spPr>
          <a:xfrm>
            <a:off x="4377169" y="3219935"/>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7" name="Espace réservé du texte 9">
            <a:extLst>
              <a:ext uri="{FF2B5EF4-FFF2-40B4-BE49-F238E27FC236}">
                <a16:creationId xmlns:a16="http://schemas.microsoft.com/office/drawing/2014/main" id="{D6B51B2F-6BCD-6571-6D2C-21552A24C69D}"/>
              </a:ext>
            </a:extLst>
          </p:cNvPr>
          <p:cNvSpPr>
            <a:spLocks noGrp="1"/>
          </p:cNvSpPr>
          <p:nvPr>
            <p:ph type="body" sz="quarter" idx="35" hasCustomPrompt="1"/>
          </p:nvPr>
        </p:nvSpPr>
        <p:spPr>
          <a:xfrm>
            <a:off x="4377169" y="3470385"/>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72" name="Espace réservé du texte 9">
            <a:extLst>
              <a:ext uri="{FF2B5EF4-FFF2-40B4-BE49-F238E27FC236}">
                <a16:creationId xmlns:a16="http://schemas.microsoft.com/office/drawing/2014/main" id="{94CA4706-0DBB-A657-F56A-D76070E08748}"/>
              </a:ext>
            </a:extLst>
          </p:cNvPr>
          <p:cNvSpPr>
            <a:spLocks noGrp="1"/>
          </p:cNvSpPr>
          <p:nvPr>
            <p:ph type="body" sz="quarter" idx="36" hasCustomPrompt="1"/>
          </p:nvPr>
        </p:nvSpPr>
        <p:spPr>
          <a:xfrm>
            <a:off x="4377169" y="4117191"/>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4" name="Espace réservé du texte 9">
            <a:extLst>
              <a:ext uri="{FF2B5EF4-FFF2-40B4-BE49-F238E27FC236}">
                <a16:creationId xmlns:a16="http://schemas.microsoft.com/office/drawing/2014/main" id="{BA2B103C-F6A5-C2F2-418F-A429CA133106}"/>
              </a:ext>
            </a:extLst>
          </p:cNvPr>
          <p:cNvSpPr>
            <a:spLocks noGrp="1"/>
          </p:cNvSpPr>
          <p:nvPr>
            <p:ph type="body" sz="quarter" idx="37" hasCustomPrompt="1"/>
          </p:nvPr>
        </p:nvSpPr>
        <p:spPr>
          <a:xfrm>
            <a:off x="4385655" y="4419999"/>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5" name="Espace réservé du texte 9">
            <a:extLst>
              <a:ext uri="{FF2B5EF4-FFF2-40B4-BE49-F238E27FC236}">
                <a16:creationId xmlns:a16="http://schemas.microsoft.com/office/drawing/2014/main" id="{D2070D2E-7679-6CFB-8471-B14F22BA67AD}"/>
              </a:ext>
            </a:extLst>
          </p:cNvPr>
          <p:cNvSpPr>
            <a:spLocks noGrp="1"/>
          </p:cNvSpPr>
          <p:nvPr>
            <p:ph type="body" sz="quarter" idx="38" hasCustomPrompt="1"/>
          </p:nvPr>
        </p:nvSpPr>
        <p:spPr>
          <a:xfrm>
            <a:off x="4377169" y="4719150"/>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6" name="Espace réservé du texte 2">
            <a:extLst>
              <a:ext uri="{FF2B5EF4-FFF2-40B4-BE49-F238E27FC236}">
                <a16:creationId xmlns:a16="http://schemas.microsoft.com/office/drawing/2014/main" id="{9B15724D-EC4E-83ED-DB31-268AB301090F}"/>
              </a:ext>
            </a:extLst>
          </p:cNvPr>
          <p:cNvSpPr>
            <a:spLocks noGrp="1"/>
          </p:cNvSpPr>
          <p:nvPr>
            <p:ph type="body" sz="quarter" idx="43" hasCustomPrompt="1"/>
          </p:nvPr>
        </p:nvSpPr>
        <p:spPr>
          <a:xfrm>
            <a:off x="4373507" y="2129771"/>
            <a:ext cx="4561163"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
        <p:nvSpPr>
          <p:cNvPr id="87" name="Espace réservé du texte 2">
            <a:extLst>
              <a:ext uri="{FF2B5EF4-FFF2-40B4-BE49-F238E27FC236}">
                <a16:creationId xmlns:a16="http://schemas.microsoft.com/office/drawing/2014/main" id="{4C69173A-9F4E-F7B3-4C47-AFC68BEF85EB}"/>
              </a:ext>
            </a:extLst>
          </p:cNvPr>
          <p:cNvSpPr>
            <a:spLocks noGrp="1"/>
          </p:cNvSpPr>
          <p:nvPr>
            <p:ph type="body" sz="quarter" idx="44" hasCustomPrompt="1"/>
          </p:nvPr>
        </p:nvSpPr>
        <p:spPr>
          <a:xfrm>
            <a:off x="4385654" y="3841443"/>
            <a:ext cx="4497145"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Tree>
    <p:extLst>
      <p:ext uri="{BB962C8B-B14F-4D97-AF65-F5344CB8AC3E}">
        <p14:creationId xmlns:p14="http://schemas.microsoft.com/office/powerpoint/2010/main" val="2385126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 Sommaire page 2">
    <p:spTree>
      <p:nvGrpSpPr>
        <p:cNvPr id="1" name=""/>
        <p:cNvGrpSpPr/>
        <p:nvPr/>
      </p:nvGrpSpPr>
      <p:grpSpPr>
        <a:xfrm>
          <a:off x="0" y="0"/>
          <a:ext cx="0" cy="0"/>
          <a:chOff x="0" y="0"/>
          <a:chExt cx="0" cy="0"/>
        </a:xfrm>
      </p:grpSpPr>
      <p:sp>
        <p:nvSpPr>
          <p:cNvPr id="14" name="Rectangle 13"/>
          <p:cNvSpPr/>
          <p:nvPr userDrawn="1"/>
        </p:nvSpPr>
        <p:spPr>
          <a:xfrm>
            <a:off x="945" y="488807"/>
            <a:ext cx="4903127"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01024"/>
              </a:solidFill>
            </a:endParaRPr>
          </a:p>
        </p:txBody>
      </p:sp>
      <p:sp>
        <p:nvSpPr>
          <p:cNvPr id="109" name="Rectangle 108"/>
          <p:cNvSpPr/>
          <p:nvPr userDrawn="1"/>
        </p:nvSpPr>
        <p:spPr>
          <a:xfrm>
            <a:off x="4863073" y="1428"/>
            <a:ext cx="4280507"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4" name="Connecteur droit 63"/>
          <p:cNvCxnSpPr>
            <a:cxnSpLocks/>
          </p:cNvCxnSpPr>
          <p:nvPr userDrawn="1"/>
        </p:nvCxnSpPr>
        <p:spPr>
          <a:xfrm flipH="1">
            <a:off x="336884" y="313592"/>
            <a:ext cx="4219575"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68" name="Espace réservé du titre 1"/>
          <p:cNvSpPr txBox="1">
            <a:spLocks/>
          </p:cNvSpPr>
          <p:nvPr userDrawn="1"/>
        </p:nvSpPr>
        <p:spPr>
          <a:xfrm>
            <a:off x="920807" y="828046"/>
            <a:ext cx="3967978" cy="29620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endParaRPr lang="fr-FR" sz="1200" b="0" spc="0" dirty="0">
              <a:solidFill>
                <a:srgbClr val="231F20"/>
              </a:solidFill>
              <a:latin typeface="Franklin Gothic Book" panose="020B0503020102020204" pitchFamily="34" charset="0"/>
            </a:endParaRPr>
          </a:p>
        </p:txBody>
      </p:sp>
      <p:sp>
        <p:nvSpPr>
          <p:cNvPr id="66" name="Rectangle 65"/>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67"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69"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145"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Franklin Gothic Book" panose="020B0503020102020204" pitchFamily="34" charset="0"/>
              </a:defRPr>
            </a:lvl1pPr>
          </a:lstStyle>
          <a:p>
            <a:fld id="{07C4DFEA-AAE8-4403-B42D-53C3950B26E2}" type="slidenum">
              <a:rPr lang="fr-FR" smtClean="0"/>
              <a:pPr/>
              <a:t>‹N°›</a:t>
            </a:fld>
            <a:endParaRPr lang="fr-FR" dirty="0"/>
          </a:p>
        </p:txBody>
      </p:sp>
      <p:sp>
        <p:nvSpPr>
          <p:cNvPr id="150" name="Espace réservé du titre 1"/>
          <p:cNvSpPr txBox="1">
            <a:spLocks/>
          </p:cNvSpPr>
          <p:nvPr userDrawn="1"/>
        </p:nvSpPr>
        <p:spPr>
          <a:xfrm>
            <a:off x="135956" y="5052389"/>
            <a:ext cx="3373489"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ÉVALUATION</a:t>
            </a:r>
            <a:endParaRPr lang="fr-FR" sz="1400" b="0" spc="0" dirty="0">
              <a:solidFill>
                <a:srgbClr val="101024"/>
              </a:solidFill>
              <a:latin typeface="+mj-lt"/>
            </a:endParaRPr>
          </a:p>
        </p:txBody>
      </p:sp>
      <p:sp>
        <p:nvSpPr>
          <p:cNvPr id="152" name="Espace réservé du titre 1"/>
          <p:cNvSpPr txBox="1">
            <a:spLocks/>
          </p:cNvSpPr>
          <p:nvPr userDrawn="1"/>
        </p:nvSpPr>
        <p:spPr>
          <a:xfrm>
            <a:off x="135956" y="5363015"/>
            <a:ext cx="269329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CORRECTIONS</a:t>
            </a:r>
            <a:endParaRPr lang="fr-FR" sz="1400" b="0" spc="0" dirty="0">
              <a:solidFill>
                <a:srgbClr val="101024"/>
              </a:solidFill>
              <a:latin typeface="+mj-lt"/>
            </a:endParaRPr>
          </a:p>
        </p:txBody>
      </p:sp>
      <p:sp>
        <p:nvSpPr>
          <p:cNvPr id="154" name="Espace réservé du titre 1"/>
          <p:cNvSpPr txBox="1">
            <a:spLocks/>
          </p:cNvSpPr>
          <p:nvPr userDrawn="1"/>
        </p:nvSpPr>
        <p:spPr>
          <a:xfrm>
            <a:off x="135956" y="5671655"/>
            <a:ext cx="3403005"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rPr>
              <a:t>GLOSSAIRE</a:t>
            </a:r>
            <a:endParaRPr lang="fr-FR" sz="1400" b="0" spc="0" dirty="0">
              <a:solidFill>
                <a:srgbClr val="101024"/>
              </a:solidFill>
              <a:latin typeface="+mj-lt"/>
            </a:endParaRPr>
          </a:p>
        </p:txBody>
      </p:sp>
      <p:sp>
        <p:nvSpPr>
          <p:cNvPr id="156" name="Espace réservé du titre 1"/>
          <p:cNvSpPr txBox="1">
            <a:spLocks/>
          </p:cNvSpPr>
          <p:nvPr userDrawn="1"/>
        </p:nvSpPr>
        <p:spPr>
          <a:xfrm>
            <a:off x="135956" y="5969257"/>
            <a:ext cx="3359242" cy="30026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spc="0" dirty="0">
                <a:solidFill>
                  <a:srgbClr val="101024"/>
                </a:solidFill>
                <a:latin typeface="+mj-lt"/>
                <a:cs typeface="Arial" panose="020B0604020202020204" pitchFamily="34" charset="0"/>
              </a:rPr>
              <a:t>RESSOURCES</a:t>
            </a:r>
            <a:endParaRPr lang="fr-FR" sz="1400" b="0" spc="0" dirty="0">
              <a:solidFill>
                <a:srgbClr val="101024"/>
              </a:solidFill>
              <a:latin typeface="+mj-lt"/>
              <a:cs typeface="Arial" panose="020B0604020202020204" pitchFamily="34" charset="0"/>
            </a:endParaRPr>
          </a:p>
        </p:txBody>
      </p:sp>
      <p:sp>
        <p:nvSpPr>
          <p:cNvPr id="59" name="Espace réservé du texte 9">
            <a:extLst>
              <a:ext uri="{FF2B5EF4-FFF2-40B4-BE49-F238E27FC236}">
                <a16:creationId xmlns:a16="http://schemas.microsoft.com/office/drawing/2014/main" id="{2CF95FE9-443B-AFD0-8801-1A1113746564}"/>
              </a:ext>
            </a:extLst>
          </p:cNvPr>
          <p:cNvSpPr>
            <a:spLocks noGrp="1"/>
          </p:cNvSpPr>
          <p:nvPr>
            <p:ph type="body" sz="quarter" idx="14" hasCustomPrompt="1"/>
          </p:nvPr>
        </p:nvSpPr>
        <p:spPr>
          <a:xfrm>
            <a:off x="3446112" y="83512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0" name="Espace réservé du texte 9">
            <a:extLst>
              <a:ext uri="{FF2B5EF4-FFF2-40B4-BE49-F238E27FC236}">
                <a16:creationId xmlns:a16="http://schemas.microsoft.com/office/drawing/2014/main" id="{331A9968-726D-037C-1C41-11D9EC2657B4}"/>
              </a:ext>
            </a:extLst>
          </p:cNvPr>
          <p:cNvSpPr>
            <a:spLocks noGrp="1"/>
          </p:cNvSpPr>
          <p:nvPr>
            <p:ph type="body" sz="quarter" idx="15" hasCustomPrompt="1"/>
          </p:nvPr>
        </p:nvSpPr>
        <p:spPr>
          <a:xfrm>
            <a:off x="3446112" y="111073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1" name="Espace réservé du texte 9">
            <a:extLst>
              <a:ext uri="{FF2B5EF4-FFF2-40B4-BE49-F238E27FC236}">
                <a16:creationId xmlns:a16="http://schemas.microsoft.com/office/drawing/2014/main" id="{42D53EAC-2832-BCB5-8790-ECBDD9ED0987}"/>
              </a:ext>
            </a:extLst>
          </p:cNvPr>
          <p:cNvSpPr>
            <a:spLocks noGrp="1"/>
          </p:cNvSpPr>
          <p:nvPr>
            <p:ph type="body" sz="quarter" idx="16" hasCustomPrompt="1"/>
          </p:nvPr>
        </p:nvSpPr>
        <p:spPr>
          <a:xfrm>
            <a:off x="3446112" y="1381388"/>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2" name="Espace réservé du texte 9">
            <a:extLst>
              <a:ext uri="{FF2B5EF4-FFF2-40B4-BE49-F238E27FC236}">
                <a16:creationId xmlns:a16="http://schemas.microsoft.com/office/drawing/2014/main" id="{018B580D-ED03-932B-EC96-5F22C07C5447}"/>
              </a:ext>
            </a:extLst>
          </p:cNvPr>
          <p:cNvSpPr>
            <a:spLocks noGrp="1"/>
          </p:cNvSpPr>
          <p:nvPr>
            <p:ph type="body" sz="quarter" idx="17" hasCustomPrompt="1"/>
          </p:nvPr>
        </p:nvSpPr>
        <p:spPr>
          <a:xfrm>
            <a:off x="3446112" y="1660802"/>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63" name="Espace réservé du texte 9">
            <a:extLst>
              <a:ext uri="{FF2B5EF4-FFF2-40B4-BE49-F238E27FC236}">
                <a16:creationId xmlns:a16="http://schemas.microsoft.com/office/drawing/2014/main" id="{91EC2A62-3F87-3C7D-5A67-1E18DCCB7896}"/>
              </a:ext>
            </a:extLst>
          </p:cNvPr>
          <p:cNvSpPr>
            <a:spLocks noGrp="1"/>
          </p:cNvSpPr>
          <p:nvPr>
            <p:ph type="body" sz="quarter" idx="18" hasCustomPrompt="1"/>
          </p:nvPr>
        </p:nvSpPr>
        <p:spPr>
          <a:xfrm>
            <a:off x="3454502" y="1945405"/>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7" name="Espace réservé du texte 9">
            <a:extLst>
              <a:ext uri="{FF2B5EF4-FFF2-40B4-BE49-F238E27FC236}">
                <a16:creationId xmlns:a16="http://schemas.microsoft.com/office/drawing/2014/main" id="{DF96AA4B-BEDB-2DE2-0969-DB869D2BCAFC}"/>
              </a:ext>
            </a:extLst>
          </p:cNvPr>
          <p:cNvSpPr>
            <a:spLocks noGrp="1"/>
          </p:cNvSpPr>
          <p:nvPr>
            <p:ph type="body" sz="quarter" idx="20" hasCustomPrompt="1"/>
          </p:nvPr>
        </p:nvSpPr>
        <p:spPr>
          <a:xfrm>
            <a:off x="3395873" y="3928771"/>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8" name="Espace réservé du texte 9">
            <a:extLst>
              <a:ext uri="{FF2B5EF4-FFF2-40B4-BE49-F238E27FC236}">
                <a16:creationId xmlns:a16="http://schemas.microsoft.com/office/drawing/2014/main" id="{3CE6B9F0-E704-1856-0FBE-9EBFCE60291B}"/>
              </a:ext>
            </a:extLst>
          </p:cNvPr>
          <p:cNvSpPr>
            <a:spLocks noGrp="1"/>
          </p:cNvSpPr>
          <p:nvPr>
            <p:ph type="body" sz="quarter" idx="21" hasCustomPrompt="1"/>
          </p:nvPr>
        </p:nvSpPr>
        <p:spPr>
          <a:xfrm>
            <a:off x="3395873" y="423361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79" name="Espace réservé du texte 9">
            <a:extLst>
              <a:ext uri="{FF2B5EF4-FFF2-40B4-BE49-F238E27FC236}">
                <a16:creationId xmlns:a16="http://schemas.microsoft.com/office/drawing/2014/main" id="{66BF88BB-2CD7-C0AE-564B-AD9479D722D1}"/>
              </a:ext>
            </a:extLst>
          </p:cNvPr>
          <p:cNvSpPr>
            <a:spLocks noGrp="1"/>
          </p:cNvSpPr>
          <p:nvPr>
            <p:ph type="body" sz="quarter" idx="22" hasCustomPrompt="1"/>
          </p:nvPr>
        </p:nvSpPr>
        <p:spPr>
          <a:xfrm>
            <a:off x="3395873" y="4547550"/>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0" name="Espace réservé du texte 9">
            <a:extLst>
              <a:ext uri="{FF2B5EF4-FFF2-40B4-BE49-F238E27FC236}">
                <a16:creationId xmlns:a16="http://schemas.microsoft.com/office/drawing/2014/main" id="{1CAFBDCE-6A79-9E7F-55F7-08236CA5696D}"/>
              </a:ext>
            </a:extLst>
          </p:cNvPr>
          <p:cNvSpPr>
            <a:spLocks noGrp="1"/>
          </p:cNvSpPr>
          <p:nvPr>
            <p:ph type="body" sz="quarter" idx="23" hasCustomPrompt="1"/>
          </p:nvPr>
        </p:nvSpPr>
        <p:spPr>
          <a:xfrm>
            <a:off x="3395873" y="509131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1" name="Espace réservé du texte 9">
            <a:extLst>
              <a:ext uri="{FF2B5EF4-FFF2-40B4-BE49-F238E27FC236}">
                <a16:creationId xmlns:a16="http://schemas.microsoft.com/office/drawing/2014/main" id="{38248CAC-113C-E942-80A2-1FC37CC7C50D}"/>
              </a:ext>
            </a:extLst>
          </p:cNvPr>
          <p:cNvSpPr>
            <a:spLocks noGrp="1"/>
          </p:cNvSpPr>
          <p:nvPr>
            <p:ph type="body" sz="quarter" idx="24" hasCustomPrompt="1"/>
          </p:nvPr>
        </p:nvSpPr>
        <p:spPr>
          <a:xfrm>
            <a:off x="3395873" y="5352657"/>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2" name="Espace réservé du texte 9">
            <a:extLst>
              <a:ext uri="{FF2B5EF4-FFF2-40B4-BE49-F238E27FC236}">
                <a16:creationId xmlns:a16="http://schemas.microsoft.com/office/drawing/2014/main" id="{FF5FBBFA-1B0F-EB02-8343-B08E2DE3249B}"/>
              </a:ext>
            </a:extLst>
          </p:cNvPr>
          <p:cNvSpPr>
            <a:spLocks noGrp="1"/>
          </p:cNvSpPr>
          <p:nvPr>
            <p:ph type="body" sz="quarter" idx="25" hasCustomPrompt="1"/>
          </p:nvPr>
        </p:nvSpPr>
        <p:spPr>
          <a:xfrm>
            <a:off x="3394241" y="5661683"/>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83" name="Espace réservé du texte 9">
            <a:extLst>
              <a:ext uri="{FF2B5EF4-FFF2-40B4-BE49-F238E27FC236}">
                <a16:creationId xmlns:a16="http://schemas.microsoft.com/office/drawing/2014/main" id="{17FA2C32-5D85-40F4-88D2-F66E406914C7}"/>
              </a:ext>
            </a:extLst>
          </p:cNvPr>
          <p:cNvSpPr>
            <a:spLocks noGrp="1"/>
          </p:cNvSpPr>
          <p:nvPr>
            <p:ph type="body" sz="quarter" idx="26" hasCustomPrompt="1"/>
          </p:nvPr>
        </p:nvSpPr>
        <p:spPr>
          <a:xfrm>
            <a:off x="3394241" y="5958778"/>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2" name="Espace réservé du texte 9">
            <a:extLst>
              <a:ext uri="{FF2B5EF4-FFF2-40B4-BE49-F238E27FC236}">
                <a16:creationId xmlns:a16="http://schemas.microsoft.com/office/drawing/2014/main" id="{12DB6B78-8D0F-79B9-A897-DBFCAF12327D}"/>
              </a:ext>
            </a:extLst>
          </p:cNvPr>
          <p:cNvSpPr>
            <a:spLocks noGrp="1"/>
          </p:cNvSpPr>
          <p:nvPr>
            <p:ph type="body" sz="quarter" idx="27" hasCustomPrompt="1"/>
          </p:nvPr>
        </p:nvSpPr>
        <p:spPr>
          <a:xfrm>
            <a:off x="3395873" y="2599767"/>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3" name="Espace réservé du texte 9">
            <a:extLst>
              <a:ext uri="{FF2B5EF4-FFF2-40B4-BE49-F238E27FC236}">
                <a16:creationId xmlns:a16="http://schemas.microsoft.com/office/drawing/2014/main" id="{2353F1C7-2356-42EC-39DB-AD0F1D057E4B}"/>
              </a:ext>
            </a:extLst>
          </p:cNvPr>
          <p:cNvSpPr>
            <a:spLocks noGrp="1"/>
          </p:cNvSpPr>
          <p:nvPr>
            <p:ph type="body" sz="quarter" idx="28" hasCustomPrompt="1"/>
          </p:nvPr>
        </p:nvSpPr>
        <p:spPr>
          <a:xfrm>
            <a:off x="3395873" y="290460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4" name="Espace réservé du texte 9">
            <a:extLst>
              <a:ext uri="{FF2B5EF4-FFF2-40B4-BE49-F238E27FC236}">
                <a16:creationId xmlns:a16="http://schemas.microsoft.com/office/drawing/2014/main" id="{4F2766EA-CD3B-9EAE-B49B-81717A09EF73}"/>
              </a:ext>
            </a:extLst>
          </p:cNvPr>
          <p:cNvSpPr>
            <a:spLocks noGrp="1"/>
          </p:cNvSpPr>
          <p:nvPr>
            <p:ph type="body" sz="quarter" idx="29" hasCustomPrompt="1"/>
          </p:nvPr>
        </p:nvSpPr>
        <p:spPr>
          <a:xfrm>
            <a:off x="3395873" y="3218546"/>
            <a:ext cx="1263381" cy="261342"/>
          </a:xfrm>
          <a:prstGeom prst="rect">
            <a:avLst/>
          </a:prstGeom>
        </p:spPr>
        <p:txBody>
          <a:bodyPr/>
          <a:lstStyle>
            <a:lvl1pPr>
              <a:defRPr sz="1200">
                <a:solidFill>
                  <a:srgbClr val="C2211D"/>
                </a:solidFill>
                <a:latin typeface="+mj-lt"/>
              </a:defRPr>
            </a:lvl1pPr>
          </a:lstStyle>
          <a:p>
            <a:pPr lvl="0"/>
            <a:r>
              <a:rPr lang="fr-FR" dirty="0"/>
              <a:t>‹ N° DE PAGE›</a:t>
            </a:r>
          </a:p>
        </p:txBody>
      </p:sp>
      <p:sp>
        <p:nvSpPr>
          <p:cNvPr id="55" name="Titre 1">
            <a:extLst>
              <a:ext uri="{FF2B5EF4-FFF2-40B4-BE49-F238E27FC236}">
                <a16:creationId xmlns:a16="http://schemas.microsoft.com/office/drawing/2014/main" id="{21086DBC-FD65-DCCA-3FBA-54204AD59592}"/>
              </a:ext>
            </a:extLst>
          </p:cNvPr>
          <p:cNvSpPr txBox="1">
            <a:spLocks/>
          </p:cNvSpPr>
          <p:nvPr userDrawn="1"/>
        </p:nvSpPr>
        <p:spPr>
          <a:xfrm rot="5400000">
            <a:off x="3358571" y="1808514"/>
            <a:ext cx="4204606" cy="581408"/>
          </a:xfrm>
          <a:prstGeom prst="rect">
            <a:avLst/>
          </a:prstGeom>
        </p:spPr>
        <p:txBody>
          <a:bodyPr anchor="b">
            <a:normAutofit/>
          </a:bodyPr>
          <a:lstStyle>
            <a:lvl1pPr algn="ct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2000" spc="300" dirty="0">
                <a:solidFill>
                  <a:schemeClr val="bg1"/>
                </a:solidFill>
                <a:latin typeface="+mj-lt"/>
              </a:rPr>
              <a:t>SOMMAIRE SUITE</a:t>
            </a:r>
          </a:p>
        </p:txBody>
      </p:sp>
      <p:sp>
        <p:nvSpPr>
          <p:cNvPr id="45" name="Espace réservé du texte 9">
            <a:extLst>
              <a:ext uri="{FF2B5EF4-FFF2-40B4-BE49-F238E27FC236}">
                <a16:creationId xmlns:a16="http://schemas.microsoft.com/office/drawing/2014/main" id="{24A4DC00-2BED-DDCB-54D5-7DE7F4F84C70}"/>
              </a:ext>
            </a:extLst>
          </p:cNvPr>
          <p:cNvSpPr>
            <a:spLocks noGrp="1"/>
          </p:cNvSpPr>
          <p:nvPr>
            <p:ph type="body" sz="quarter" idx="36" hasCustomPrompt="1"/>
          </p:nvPr>
        </p:nvSpPr>
        <p:spPr>
          <a:xfrm>
            <a:off x="241279" y="3938825"/>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46" name="Espace réservé du texte 9">
            <a:extLst>
              <a:ext uri="{FF2B5EF4-FFF2-40B4-BE49-F238E27FC236}">
                <a16:creationId xmlns:a16="http://schemas.microsoft.com/office/drawing/2014/main" id="{AA74628C-D170-F6A8-FFFC-195DC095906B}"/>
              </a:ext>
            </a:extLst>
          </p:cNvPr>
          <p:cNvSpPr>
            <a:spLocks noGrp="1"/>
          </p:cNvSpPr>
          <p:nvPr>
            <p:ph type="body" sz="quarter" idx="37" hasCustomPrompt="1"/>
          </p:nvPr>
        </p:nvSpPr>
        <p:spPr>
          <a:xfrm>
            <a:off x="249765" y="4241633"/>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51" name="Espace réservé du texte 9">
            <a:extLst>
              <a:ext uri="{FF2B5EF4-FFF2-40B4-BE49-F238E27FC236}">
                <a16:creationId xmlns:a16="http://schemas.microsoft.com/office/drawing/2014/main" id="{267840DA-BB98-2B08-BB06-127769566641}"/>
              </a:ext>
            </a:extLst>
          </p:cNvPr>
          <p:cNvSpPr>
            <a:spLocks noGrp="1"/>
          </p:cNvSpPr>
          <p:nvPr>
            <p:ph type="body" sz="quarter" idx="38" hasCustomPrompt="1"/>
          </p:nvPr>
        </p:nvSpPr>
        <p:spPr>
          <a:xfrm>
            <a:off x="241279" y="4540784"/>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6" name="Espace réservé du texte 9">
            <a:extLst>
              <a:ext uri="{FF2B5EF4-FFF2-40B4-BE49-F238E27FC236}">
                <a16:creationId xmlns:a16="http://schemas.microsoft.com/office/drawing/2014/main" id="{DB8F8E76-7A82-9291-8CAD-5BB3734F2CD9}"/>
              </a:ext>
            </a:extLst>
          </p:cNvPr>
          <p:cNvSpPr>
            <a:spLocks noGrp="1"/>
          </p:cNvSpPr>
          <p:nvPr>
            <p:ph type="body" sz="quarter" idx="39" hasCustomPrompt="1"/>
          </p:nvPr>
        </p:nvSpPr>
        <p:spPr>
          <a:xfrm>
            <a:off x="240006" y="2606864"/>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7" name="Espace réservé du texte 9">
            <a:extLst>
              <a:ext uri="{FF2B5EF4-FFF2-40B4-BE49-F238E27FC236}">
                <a16:creationId xmlns:a16="http://schemas.microsoft.com/office/drawing/2014/main" id="{E658C475-7061-65BA-DD53-2B028DD383E9}"/>
              </a:ext>
            </a:extLst>
          </p:cNvPr>
          <p:cNvSpPr>
            <a:spLocks noGrp="1"/>
          </p:cNvSpPr>
          <p:nvPr>
            <p:ph type="body" sz="quarter" idx="40" hasCustomPrompt="1"/>
          </p:nvPr>
        </p:nvSpPr>
        <p:spPr>
          <a:xfrm>
            <a:off x="248492" y="2909672"/>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88" name="Espace réservé du texte 9">
            <a:extLst>
              <a:ext uri="{FF2B5EF4-FFF2-40B4-BE49-F238E27FC236}">
                <a16:creationId xmlns:a16="http://schemas.microsoft.com/office/drawing/2014/main" id="{EF250B77-DE9E-2F16-8747-2CE64D2ED2DA}"/>
              </a:ext>
            </a:extLst>
          </p:cNvPr>
          <p:cNvSpPr>
            <a:spLocks noGrp="1"/>
          </p:cNvSpPr>
          <p:nvPr>
            <p:ph type="body" sz="quarter" idx="41" hasCustomPrompt="1"/>
          </p:nvPr>
        </p:nvSpPr>
        <p:spPr>
          <a:xfrm>
            <a:off x="240006" y="3208823"/>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1" name="Espace réservé du texte 9">
            <a:extLst>
              <a:ext uri="{FF2B5EF4-FFF2-40B4-BE49-F238E27FC236}">
                <a16:creationId xmlns:a16="http://schemas.microsoft.com/office/drawing/2014/main" id="{5CB685EB-0B08-D1D6-4F8D-DBCE50ABA4B9}"/>
              </a:ext>
            </a:extLst>
          </p:cNvPr>
          <p:cNvSpPr>
            <a:spLocks noGrp="1"/>
          </p:cNvSpPr>
          <p:nvPr>
            <p:ph type="body" sz="quarter" idx="31" hasCustomPrompt="1"/>
          </p:nvPr>
        </p:nvSpPr>
        <p:spPr>
          <a:xfrm>
            <a:off x="224179" y="852497"/>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2" name="Espace réservé du texte 9">
            <a:extLst>
              <a:ext uri="{FF2B5EF4-FFF2-40B4-BE49-F238E27FC236}">
                <a16:creationId xmlns:a16="http://schemas.microsoft.com/office/drawing/2014/main" id="{D8419EA1-8D8B-1A99-845E-9B52FE0A22BF}"/>
              </a:ext>
            </a:extLst>
          </p:cNvPr>
          <p:cNvSpPr>
            <a:spLocks noGrp="1"/>
          </p:cNvSpPr>
          <p:nvPr>
            <p:ph type="body" sz="quarter" idx="32" hasCustomPrompt="1"/>
          </p:nvPr>
        </p:nvSpPr>
        <p:spPr>
          <a:xfrm>
            <a:off x="224179" y="1129926"/>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3" name="Espace réservé du texte 9">
            <a:extLst>
              <a:ext uri="{FF2B5EF4-FFF2-40B4-BE49-F238E27FC236}">
                <a16:creationId xmlns:a16="http://schemas.microsoft.com/office/drawing/2014/main" id="{157773D7-35BD-9B2B-F9BD-855B7AEDD20A}"/>
              </a:ext>
            </a:extLst>
          </p:cNvPr>
          <p:cNvSpPr>
            <a:spLocks noGrp="1"/>
          </p:cNvSpPr>
          <p:nvPr>
            <p:ph type="body" sz="quarter" idx="33" hasCustomPrompt="1"/>
          </p:nvPr>
        </p:nvSpPr>
        <p:spPr>
          <a:xfrm>
            <a:off x="224179" y="1405916"/>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4" name="Espace réservé du texte 9">
            <a:extLst>
              <a:ext uri="{FF2B5EF4-FFF2-40B4-BE49-F238E27FC236}">
                <a16:creationId xmlns:a16="http://schemas.microsoft.com/office/drawing/2014/main" id="{FEEC214A-21AA-2586-AB9C-E21BA1714BF7}"/>
              </a:ext>
            </a:extLst>
          </p:cNvPr>
          <p:cNvSpPr>
            <a:spLocks noGrp="1"/>
          </p:cNvSpPr>
          <p:nvPr>
            <p:ph type="body" sz="quarter" idx="34" hasCustomPrompt="1"/>
          </p:nvPr>
        </p:nvSpPr>
        <p:spPr>
          <a:xfrm>
            <a:off x="224179" y="1684083"/>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TITRE 2</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99" name="Espace réservé du texte 9">
            <a:extLst>
              <a:ext uri="{FF2B5EF4-FFF2-40B4-BE49-F238E27FC236}">
                <a16:creationId xmlns:a16="http://schemas.microsoft.com/office/drawing/2014/main" id="{A8120C40-F0F2-C1B8-C0BD-58BB2D86B524}"/>
              </a:ext>
            </a:extLst>
          </p:cNvPr>
          <p:cNvSpPr>
            <a:spLocks noGrp="1"/>
          </p:cNvSpPr>
          <p:nvPr>
            <p:ph type="body" sz="quarter" idx="35" hasCustomPrompt="1"/>
          </p:nvPr>
        </p:nvSpPr>
        <p:spPr>
          <a:xfrm>
            <a:off x="224179" y="1951764"/>
            <a:ext cx="1861636" cy="261342"/>
          </a:xfrm>
          <a:prstGeom prst="rect">
            <a:avLst/>
          </a:prstGeom>
        </p:spPr>
        <p:txBody>
          <a:bodyPr/>
          <a:lstStyle>
            <a:lvl1pPr>
              <a:defRPr sz="1400">
                <a:solidFill>
                  <a:srgbClr val="C2211D"/>
                </a:solidFill>
                <a:latin typeface="+mj-l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1400" b="0" spc="0" dirty="0">
                <a:solidFill>
                  <a:srgbClr val="101024"/>
                </a:solidFill>
                <a:latin typeface="+mj-lt"/>
              </a:rPr>
              <a:t>MINI-TEST OU QCM</a:t>
            </a:r>
          </a:p>
          <a:p>
            <a:pPr marL="0" marR="0" lvl="0" indent="0" algn="l" defTabSz="914400" rtl="0" eaLnBrk="1" fontAlgn="auto" latinLnBrk="0" hangingPunct="1">
              <a:lnSpc>
                <a:spcPct val="90000"/>
              </a:lnSpc>
              <a:spcBef>
                <a:spcPct val="0"/>
              </a:spcBef>
              <a:spcAft>
                <a:spcPts val="0"/>
              </a:spcAft>
              <a:buClrTx/>
              <a:buSzTx/>
              <a:buFontTx/>
              <a:buNone/>
              <a:tabLst/>
              <a:defRPr/>
            </a:pPr>
            <a:endParaRPr lang="fr-FR" sz="1400" b="0" spc="0" dirty="0">
              <a:solidFill>
                <a:srgbClr val="101024"/>
              </a:solidFill>
              <a:latin typeface="+mj-lt"/>
            </a:endParaRPr>
          </a:p>
        </p:txBody>
      </p:sp>
      <p:sp>
        <p:nvSpPr>
          <p:cNvPr id="3" name="Espace réservé du texte 2">
            <a:extLst>
              <a:ext uri="{FF2B5EF4-FFF2-40B4-BE49-F238E27FC236}">
                <a16:creationId xmlns:a16="http://schemas.microsoft.com/office/drawing/2014/main" id="{7C562FF7-1C96-DA39-05AE-D7E65C5C7C33}"/>
              </a:ext>
            </a:extLst>
          </p:cNvPr>
          <p:cNvSpPr>
            <a:spLocks noGrp="1"/>
          </p:cNvSpPr>
          <p:nvPr>
            <p:ph type="body" sz="quarter" idx="42" hasCustomPrompt="1"/>
          </p:nvPr>
        </p:nvSpPr>
        <p:spPr>
          <a:xfrm>
            <a:off x="241300" y="2349500"/>
            <a:ext cx="4468813"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
        <p:nvSpPr>
          <p:cNvPr id="101" name="Espace réservé du texte 2">
            <a:extLst>
              <a:ext uri="{FF2B5EF4-FFF2-40B4-BE49-F238E27FC236}">
                <a16:creationId xmlns:a16="http://schemas.microsoft.com/office/drawing/2014/main" id="{C746E867-C314-9FB8-3B4B-B7EF1F688525}"/>
              </a:ext>
            </a:extLst>
          </p:cNvPr>
          <p:cNvSpPr>
            <a:spLocks noGrp="1"/>
          </p:cNvSpPr>
          <p:nvPr>
            <p:ph type="body" sz="quarter" idx="43" hasCustomPrompt="1"/>
          </p:nvPr>
        </p:nvSpPr>
        <p:spPr>
          <a:xfrm>
            <a:off x="224522" y="604140"/>
            <a:ext cx="4468813"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
        <p:nvSpPr>
          <p:cNvPr id="102" name="Espace réservé du texte 2">
            <a:extLst>
              <a:ext uri="{FF2B5EF4-FFF2-40B4-BE49-F238E27FC236}">
                <a16:creationId xmlns:a16="http://schemas.microsoft.com/office/drawing/2014/main" id="{CFDF79B3-2F79-BE74-1A65-2F255F9C1B20}"/>
              </a:ext>
            </a:extLst>
          </p:cNvPr>
          <p:cNvSpPr>
            <a:spLocks noGrp="1"/>
          </p:cNvSpPr>
          <p:nvPr>
            <p:ph type="body" sz="quarter" idx="44" hasCustomPrompt="1"/>
          </p:nvPr>
        </p:nvSpPr>
        <p:spPr>
          <a:xfrm>
            <a:off x="241300" y="3675525"/>
            <a:ext cx="4468813" cy="254000"/>
          </a:xfrm>
          <a:prstGeom prst="rect">
            <a:avLst/>
          </a:prstGeom>
        </p:spPr>
        <p:txBody>
          <a:bodyPr/>
          <a:lstStyle>
            <a:lvl1pPr>
              <a:defRPr b="1">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spc="0" dirty="0">
                <a:solidFill>
                  <a:srgbClr val="101024"/>
                </a:solidFill>
                <a:latin typeface="+mj-lt"/>
              </a:rPr>
              <a:t>TITRE</a:t>
            </a:r>
            <a:r>
              <a:rPr lang="fr-FR" sz="1400" spc="0" baseline="0" dirty="0">
                <a:solidFill>
                  <a:srgbClr val="101024"/>
                </a:solidFill>
              </a:rPr>
              <a:t> 1</a:t>
            </a:r>
            <a:endParaRPr lang="fr-FR" sz="1400" spc="0" dirty="0">
              <a:solidFill>
                <a:srgbClr val="101024"/>
              </a:solidFill>
            </a:endParaRPr>
          </a:p>
          <a:p>
            <a:pPr lvl="0"/>
            <a:endParaRPr lang="fr-FR" dirty="0"/>
          </a:p>
        </p:txBody>
      </p:sp>
    </p:spTree>
    <p:extLst>
      <p:ext uri="{BB962C8B-B14F-4D97-AF65-F5344CB8AC3E}">
        <p14:creationId xmlns:p14="http://schemas.microsoft.com/office/powerpoint/2010/main" val="1487042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léments de page de cours">
    <p:spTree>
      <p:nvGrpSpPr>
        <p:cNvPr id="1" name=""/>
        <p:cNvGrpSpPr/>
        <p:nvPr/>
      </p:nvGrpSpPr>
      <p:grpSpPr>
        <a:xfrm>
          <a:off x="0" y="0"/>
          <a:ext cx="0" cy="0"/>
          <a:chOff x="0" y="0"/>
          <a:chExt cx="0" cy="0"/>
        </a:xfrm>
      </p:grpSpPr>
      <p:sp>
        <p:nvSpPr>
          <p:cNvPr id="29" name="Rectangle 28"/>
          <p:cNvSpPr/>
          <p:nvPr userDrawn="1"/>
        </p:nvSpPr>
        <p:spPr>
          <a:xfrm>
            <a:off x="-1" y="0"/>
            <a:ext cx="9152513"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itre 1"/>
          <p:cNvSpPr>
            <a:spLocks noGrp="1"/>
          </p:cNvSpPr>
          <p:nvPr>
            <p:ph type="title"/>
          </p:nvPr>
        </p:nvSpPr>
        <p:spPr>
          <a:xfrm>
            <a:off x="457199" y="499875"/>
            <a:ext cx="8242789" cy="471538"/>
          </a:xfrm>
          <a:prstGeom prst="rect">
            <a:avLst/>
          </a:prstGeom>
          <a:ln>
            <a:noFill/>
          </a:ln>
        </p:spPr>
        <p:txBody>
          <a:bodyPr vert="horz" lIns="91440" tIns="45720" rIns="91440" bIns="45720" rtlCol="0" anchor="ctr">
            <a:normAutofit/>
          </a:bodyPr>
          <a:lstStyle>
            <a:lvl1pPr>
              <a:defRPr>
                <a:solidFill>
                  <a:srgbClr val="C2211D"/>
                </a:solidFill>
                <a:latin typeface="+mj-lt"/>
              </a:defRPr>
            </a:lvl1pPr>
          </a:lstStyle>
          <a:p>
            <a:r>
              <a:rPr lang="fr-FR" dirty="0"/>
              <a:t>[ STYLE DE TITRE 1 ]</a:t>
            </a:r>
          </a:p>
        </p:txBody>
      </p:sp>
      <p:cxnSp>
        <p:nvCxnSpPr>
          <p:cNvPr id="14" name="Connecteur droit 13"/>
          <p:cNvCxnSpPr/>
          <p:nvPr userDrawn="1"/>
        </p:nvCxnSpPr>
        <p:spPr>
          <a:xfrm flipH="1">
            <a:off x="-1" y="1524000"/>
            <a:ext cx="5600701" cy="0"/>
          </a:xfrm>
          <a:prstGeom prst="line">
            <a:avLst/>
          </a:prstGeom>
          <a:ln w="38100">
            <a:solidFill>
              <a:srgbClr val="C2211D"/>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userDrawn="1"/>
        </p:nvCxnSpPr>
        <p:spPr>
          <a:xfrm flipH="1">
            <a:off x="4364056" y="351692"/>
            <a:ext cx="4765430" cy="0"/>
          </a:xfrm>
          <a:prstGeom prst="line">
            <a:avLst/>
          </a:prstGeom>
          <a:ln w="76200">
            <a:solidFill>
              <a:srgbClr val="231F20"/>
            </a:solidFill>
            <a:prstDash val="sysDot"/>
          </a:ln>
        </p:spPr>
        <p:style>
          <a:lnRef idx="1">
            <a:schemeClr val="accent1"/>
          </a:lnRef>
          <a:fillRef idx="0">
            <a:schemeClr val="accent1"/>
          </a:fillRef>
          <a:effectRef idx="0">
            <a:schemeClr val="accent1"/>
          </a:effectRef>
          <a:fontRef idx="minor">
            <a:schemeClr val="tx1"/>
          </a:fontRef>
        </p:style>
      </p:cxnSp>
      <p:sp>
        <p:nvSpPr>
          <p:cNvPr id="16" name="Espace réservé du texte 2"/>
          <p:cNvSpPr txBox="1">
            <a:spLocks/>
          </p:cNvSpPr>
          <p:nvPr userDrawn="1"/>
        </p:nvSpPr>
        <p:spPr>
          <a:xfrm>
            <a:off x="457199" y="2277094"/>
            <a:ext cx="8242789" cy="2902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101024"/>
                </a:solidFill>
                <a:latin typeface="+mj-lt"/>
              </a:rPr>
              <a:t>Style de texte</a:t>
            </a:r>
          </a:p>
        </p:txBody>
      </p:sp>
      <p:pic>
        <p:nvPicPr>
          <p:cNvPr id="17" name="Image 16"/>
          <p:cNvPicPr>
            <a:picLocks noChangeAspect="1"/>
          </p:cNvPicPr>
          <p:nvPr userDrawn="1"/>
        </p:nvPicPr>
        <p:blipFill>
          <a:blip r:embed="rId2">
            <a:duotone>
              <a:prstClr val="black"/>
              <a:srgbClr val="901913">
                <a:tint val="45000"/>
                <a:satMod val="400000"/>
              </a:srgbClr>
            </a:duotone>
            <a:extLst>
              <a:ext uri="{28A0092B-C50C-407E-A947-70E740481C1C}">
                <a14:useLocalDpi xmlns:a14="http://schemas.microsoft.com/office/drawing/2010/main" val="0"/>
              </a:ext>
            </a:extLst>
          </a:blip>
          <a:stretch>
            <a:fillRect/>
          </a:stretch>
        </p:blipFill>
        <p:spPr>
          <a:xfrm>
            <a:off x="114040" y="4695838"/>
            <a:ext cx="751629" cy="274011"/>
          </a:xfrm>
          <a:prstGeom prst="rect">
            <a:avLst/>
          </a:prstGeom>
        </p:spPr>
      </p:pic>
      <p:pic>
        <p:nvPicPr>
          <p:cNvPr id="18" name="Imag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7672" y="5029458"/>
            <a:ext cx="751629" cy="274011"/>
          </a:xfrm>
          <a:prstGeom prst="rect">
            <a:avLst/>
          </a:prstGeom>
          <a:noFill/>
        </p:spPr>
      </p:pic>
      <p:sp>
        <p:nvSpPr>
          <p:cNvPr id="19" name="Espace réservé du texte 2"/>
          <p:cNvSpPr txBox="1">
            <a:spLocks/>
          </p:cNvSpPr>
          <p:nvPr userDrawn="1"/>
        </p:nvSpPr>
        <p:spPr>
          <a:xfrm>
            <a:off x="942143" y="4654008"/>
            <a:ext cx="904799" cy="31584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101024"/>
                </a:solidFill>
                <a:latin typeface="+mj-lt"/>
              </a:rPr>
              <a:t>Chevron</a:t>
            </a:r>
          </a:p>
        </p:txBody>
      </p:sp>
      <p:sp>
        <p:nvSpPr>
          <p:cNvPr id="20" name="Espace réservé du texte 2"/>
          <p:cNvSpPr txBox="1">
            <a:spLocks/>
          </p:cNvSpPr>
          <p:nvPr userDrawn="1"/>
        </p:nvSpPr>
        <p:spPr>
          <a:xfrm>
            <a:off x="942142" y="5029458"/>
            <a:ext cx="904799" cy="31584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101024"/>
                </a:solidFill>
                <a:latin typeface="+mj-lt"/>
              </a:rPr>
              <a:t>Flèche</a:t>
            </a:r>
          </a:p>
        </p:txBody>
      </p:sp>
      <p:sp>
        <p:nvSpPr>
          <p:cNvPr id="21" name="Espace réservé du texte 2"/>
          <p:cNvSpPr>
            <a:spLocks noGrp="1"/>
          </p:cNvSpPr>
          <p:nvPr>
            <p:ph idx="1"/>
          </p:nvPr>
        </p:nvSpPr>
        <p:spPr>
          <a:xfrm>
            <a:off x="457199" y="2760785"/>
            <a:ext cx="8242789" cy="1182907"/>
          </a:xfrm>
          <a:prstGeom prst="rect">
            <a:avLst/>
          </a:prstGeom>
        </p:spPr>
        <p:txBody>
          <a:bodyPr vert="horz" lIns="91440" tIns="45720" rIns="91440" bIns="45720" rtlCol="0">
            <a:normAutofit/>
          </a:bodyPr>
          <a:lstStyle>
            <a:lvl1pPr>
              <a:defRPr sz="1400">
                <a:solidFill>
                  <a:srgbClr val="101024"/>
                </a:solidFill>
                <a:latin typeface="+mj-lt"/>
              </a:defRPr>
            </a:lvl1pPr>
            <a:lvl2pPr marL="742950" indent="-285750">
              <a:buFont typeface="Arial" panose="020B0604020202020204" pitchFamily="34" charset="0"/>
              <a:buChar char="•"/>
              <a:defRPr sz="1400">
                <a:solidFill>
                  <a:srgbClr val="101024"/>
                </a:solidFill>
                <a:latin typeface="+mj-lt"/>
              </a:defRPr>
            </a:lvl2pPr>
          </a:lstStyle>
          <a:p>
            <a:pPr lvl="0"/>
            <a:r>
              <a:rPr lang="fr-FR" dirty="0"/>
              <a:t>Style de liste :</a:t>
            </a:r>
          </a:p>
          <a:p>
            <a:pPr lvl="1"/>
            <a:r>
              <a:rPr lang="fr-FR" dirty="0"/>
              <a:t>Point 1</a:t>
            </a:r>
          </a:p>
          <a:p>
            <a:pPr lvl="1"/>
            <a:r>
              <a:rPr lang="fr-FR" dirty="0"/>
              <a:t>Point 2</a:t>
            </a:r>
          </a:p>
          <a:p>
            <a:pPr lvl="1"/>
            <a:r>
              <a:rPr lang="fr-FR" dirty="0"/>
              <a:t>Point 3</a:t>
            </a:r>
          </a:p>
        </p:txBody>
      </p:sp>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33" name="Espace réservé du texte 2"/>
          <p:cNvSpPr txBox="1">
            <a:spLocks/>
          </p:cNvSpPr>
          <p:nvPr userDrawn="1"/>
        </p:nvSpPr>
        <p:spPr>
          <a:xfrm>
            <a:off x="375814" y="4179472"/>
            <a:ext cx="8242789" cy="2902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u="sng" dirty="0">
                <a:solidFill>
                  <a:srgbClr val="101024"/>
                </a:solidFill>
                <a:latin typeface="+mj-lt"/>
              </a:rPr>
              <a:t>Outils</a:t>
            </a:r>
          </a:p>
        </p:txBody>
      </p:sp>
      <p:sp>
        <p:nvSpPr>
          <p:cNvPr id="22" name="Espace réservé du texte 9">
            <a:extLst>
              <a:ext uri="{FF2B5EF4-FFF2-40B4-BE49-F238E27FC236}">
                <a16:creationId xmlns:a16="http://schemas.microsoft.com/office/drawing/2014/main" id="{AEE4BA7F-6375-826F-7AC3-54BAF7AADD6D}"/>
              </a:ext>
            </a:extLst>
          </p:cNvPr>
          <p:cNvSpPr>
            <a:spLocks noGrp="1"/>
          </p:cNvSpPr>
          <p:nvPr>
            <p:ph type="body" sz="quarter" idx="14" hasCustomPrompt="1"/>
          </p:nvPr>
        </p:nvSpPr>
        <p:spPr>
          <a:xfrm>
            <a:off x="457199" y="1829536"/>
            <a:ext cx="8242789" cy="261342"/>
          </a:xfrm>
          <a:prstGeom prst="rect">
            <a:avLst/>
          </a:prstGeom>
        </p:spPr>
        <p:txBody>
          <a:bodyPr/>
          <a:lstStyle>
            <a:lvl1pPr>
              <a:defRPr sz="1200">
                <a:solidFill>
                  <a:srgbClr val="101024"/>
                </a:solidFill>
                <a:latin typeface="+mj-lt"/>
              </a:defRPr>
            </a:lvl1pPr>
          </a:lstStyle>
          <a:p>
            <a:pPr lvl="0"/>
            <a:r>
              <a:rPr lang="fr-FR" dirty="0"/>
              <a:t>[  STYLE DE TITRE 3 ]</a:t>
            </a:r>
          </a:p>
        </p:txBody>
      </p:sp>
      <p:sp>
        <p:nvSpPr>
          <p:cNvPr id="23" name="Espace réservé du texte 9">
            <a:extLst>
              <a:ext uri="{FF2B5EF4-FFF2-40B4-BE49-F238E27FC236}">
                <a16:creationId xmlns:a16="http://schemas.microsoft.com/office/drawing/2014/main" id="{75F1096E-3D99-5A78-1929-F786CFE0B3C8}"/>
              </a:ext>
            </a:extLst>
          </p:cNvPr>
          <p:cNvSpPr>
            <a:spLocks noGrp="1"/>
          </p:cNvSpPr>
          <p:nvPr>
            <p:ph type="body" sz="quarter" idx="15" hasCustomPrompt="1"/>
          </p:nvPr>
        </p:nvSpPr>
        <p:spPr>
          <a:xfrm>
            <a:off x="457199" y="1078409"/>
            <a:ext cx="8242789" cy="285312"/>
          </a:xfrm>
          <a:prstGeom prst="rect">
            <a:avLst/>
          </a:prstGeom>
        </p:spPr>
        <p:txBody>
          <a:bodyPr/>
          <a:lstStyle>
            <a:lvl1pPr algn="r">
              <a:defRPr sz="1400" b="1">
                <a:solidFill>
                  <a:srgbClr val="101024"/>
                </a:solidFill>
                <a:latin typeface="+mj-lt"/>
              </a:defRPr>
            </a:lvl1pPr>
          </a:lstStyle>
          <a:p>
            <a:pPr lvl="0"/>
            <a:r>
              <a:rPr lang="fr-FR" dirty="0"/>
              <a:t>[  STYLE DE TITRE 2 ]</a:t>
            </a:r>
          </a:p>
        </p:txBody>
      </p:sp>
    </p:spTree>
    <p:extLst>
      <p:ext uri="{BB962C8B-B14F-4D97-AF65-F5344CB8AC3E}">
        <p14:creationId xmlns:p14="http://schemas.microsoft.com/office/powerpoint/2010/main" val="174189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Page de cours Titre 1,2,3">
    <p:spTree>
      <p:nvGrpSpPr>
        <p:cNvPr id="1" name=""/>
        <p:cNvGrpSpPr/>
        <p:nvPr/>
      </p:nvGrpSpPr>
      <p:grpSpPr>
        <a:xfrm>
          <a:off x="0" y="0"/>
          <a:ext cx="0" cy="0"/>
          <a:chOff x="0" y="0"/>
          <a:chExt cx="0" cy="0"/>
        </a:xfrm>
      </p:grpSpPr>
      <p:sp>
        <p:nvSpPr>
          <p:cNvPr id="29" name="Rectangle 28"/>
          <p:cNvSpPr/>
          <p:nvPr userDrawn="1"/>
        </p:nvSpPr>
        <p:spPr>
          <a:xfrm>
            <a:off x="-1" y="0"/>
            <a:ext cx="9152513"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itre 1"/>
          <p:cNvSpPr>
            <a:spLocks noGrp="1"/>
          </p:cNvSpPr>
          <p:nvPr>
            <p:ph type="title"/>
          </p:nvPr>
        </p:nvSpPr>
        <p:spPr>
          <a:xfrm>
            <a:off x="457199" y="499875"/>
            <a:ext cx="8242789" cy="471538"/>
          </a:xfrm>
          <a:prstGeom prst="rect">
            <a:avLst/>
          </a:prstGeom>
          <a:ln>
            <a:noFill/>
          </a:ln>
        </p:spPr>
        <p:txBody>
          <a:bodyPr vert="horz" lIns="91440" tIns="45720" rIns="91440" bIns="45720" rtlCol="0" anchor="ctr">
            <a:normAutofit/>
          </a:bodyPr>
          <a:lstStyle>
            <a:lvl1pPr>
              <a:defRPr>
                <a:solidFill>
                  <a:srgbClr val="C2211D"/>
                </a:solidFill>
                <a:latin typeface="+mj-lt"/>
              </a:defRPr>
            </a:lvl1pPr>
          </a:lstStyle>
          <a:p>
            <a:r>
              <a:rPr lang="fr-FR" dirty="0"/>
              <a:t>[ STYLE DE TITRE 1 ]</a:t>
            </a:r>
          </a:p>
        </p:txBody>
      </p:sp>
      <p:cxnSp>
        <p:nvCxnSpPr>
          <p:cNvPr id="14" name="Connecteur droit 13"/>
          <p:cNvCxnSpPr/>
          <p:nvPr userDrawn="1"/>
        </p:nvCxnSpPr>
        <p:spPr>
          <a:xfrm flipH="1">
            <a:off x="-1" y="1473666"/>
            <a:ext cx="5600701" cy="0"/>
          </a:xfrm>
          <a:prstGeom prst="line">
            <a:avLst/>
          </a:prstGeom>
          <a:ln w="38100">
            <a:solidFill>
              <a:srgbClr val="C2211D"/>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p:cNvCxnSpPr>
            <a:cxnSpLocks/>
          </p:cNvCxnSpPr>
          <p:nvPr userDrawn="1"/>
        </p:nvCxnSpPr>
        <p:spPr>
          <a:xfrm flipH="1">
            <a:off x="4454554" y="351692"/>
            <a:ext cx="4674932" cy="0"/>
          </a:xfrm>
          <a:prstGeom prst="line">
            <a:avLst/>
          </a:prstGeom>
          <a:ln w="76200">
            <a:solidFill>
              <a:srgbClr val="231F20"/>
            </a:solidFill>
            <a:prstDash val="sysDot"/>
          </a:ln>
        </p:spPr>
        <p:style>
          <a:lnRef idx="1">
            <a:schemeClr val="accent1"/>
          </a:lnRef>
          <a:fillRef idx="0">
            <a:schemeClr val="accent1"/>
          </a:fillRef>
          <a:effectRef idx="0">
            <a:schemeClr val="accent1"/>
          </a:effectRef>
          <a:fontRef idx="minor">
            <a:schemeClr val="tx1"/>
          </a:fontRef>
        </p:style>
      </p:cxnSp>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cxnSp>
        <p:nvCxnSpPr>
          <p:cNvPr id="23" name="Connecteur droit 22"/>
          <p:cNvCxnSpPr>
            <a:cxnSpLocks/>
          </p:cNvCxnSpPr>
          <p:nvPr userDrawn="1"/>
        </p:nvCxnSpPr>
        <p:spPr>
          <a:xfrm flipH="1">
            <a:off x="0" y="4216756"/>
            <a:ext cx="5564207" cy="0"/>
          </a:xfrm>
          <a:prstGeom prst="line">
            <a:avLst/>
          </a:prstGeom>
          <a:ln w="381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17" name="Espace réservé du texte 9">
            <a:extLst>
              <a:ext uri="{FF2B5EF4-FFF2-40B4-BE49-F238E27FC236}">
                <a16:creationId xmlns:a16="http://schemas.microsoft.com/office/drawing/2014/main" id="{D609A417-01A1-002C-EC24-F4BB7C1DF9AA}"/>
              </a:ext>
            </a:extLst>
          </p:cNvPr>
          <p:cNvSpPr>
            <a:spLocks noGrp="1"/>
          </p:cNvSpPr>
          <p:nvPr>
            <p:ph type="body" sz="quarter" idx="14" hasCustomPrompt="1"/>
          </p:nvPr>
        </p:nvSpPr>
        <p:spPr>
          <a:xfrm>
            <a:off x="457199" y="1779202"/>
            <a:ext cx="8242789" cy="261342"/>
          </a:xfrm>
          <a:prstGeom prst="rect">
            <a:avLst/>
          </a:prstGeom>
        </p:spPr>
        <p:txBody>
          <a:bodyPr/>
          <a:lstStyle>
            <a:lvl1pPr>
              <a:defRPr sz="1200">
                <a:solidFill>
                  <a:srgbClr val="101024"/>
                </a:solidFill>
                <a:latin typeface="+mj-lt"/>
              </a:defRPr>
            </a:lvl1pPr>
          </a:lstStyle>
          <a:p>
            <a:pPr lvl="0"/>
            <a:r>
              <a:rPr lang="fr-FR" dirty="0"/>
              <a:t>[  STYLE DE TITRE 3 ]</a:t>
            </a:r>
          </a:p>
        </p:txBody>
      </p:sp>
      <p:sp>
        <p:nvSpPr>
          <p:cNvPr id="18" name="Espace réservé du texte 9">
            <a:extLst>
              <a:ext uri="{FF2B5EF4-FFF2-40B4-BE49-F238E27FC236}">
                <a16:creationId xmlns:a16="http://schemas.microsoft.com/office/drawing/2014/main" id="{743CB9D2-6CAF-F730-DF2F-BE01BCC19050}"/>
              </a:ext>
            </a:extLst>
          </p:cNvPr>
          <p:cNvSpPr>
            <a:spLocks noGrp="1"/>
          </p:cNvSpPr>
          <p:nvPr>
            <p:ph type="body" sz="quarter" idx="15" hasCustomPrompt="1"/>
          </p:nvPr>
        </p:nvSpPr>
        <p:spPr>
          <a:xfrm>
            <a:off x="457199" y="4537328"/>
            <a:ext cx="8242789" cy="261342"/>
          </a:xfrm>
          <a:prstGeom prst="rect">
            <a:avLst/>
          </a:prstGeom>
        </p:spPr>
        <p:txBody>
          <a:bodyPr/>
          <a:lstStyle>
            <a:lvl1pPr>
              <a:defRPr sz="1200">
                <a:solidFill>
                  <a:srgbClr val="101024"/>
                </a:solidFill>
                <a:latin typeface="+mj-lt"/>
              </a:defRPr>
            </a:lvl1pPr>
          </a:lstStyle>
          <a:p>
            <a:pPr lvl="0"/>
            <a:r>
              <a:rPr lang="fr-FR" dirty="0"/>
              <a:t>[  STYLE DE TITRE 3 ]</a:t>
            </a:r>
          </a:p>
        </p:txBody>
      </p:sp>
      <p:sp>
        <p:nvSpPr>
          <p:cNvPr id="19" name="Espace réservé du texte 9">
            <a:extLst>
              <a:ext uri="{FF2B5EF4-FFF2-40B4-BE49-F238E27FC236}">
                <a16:creationId xmlns:a16="http://schemas.microsoft.com/office/drawing/2014/main" id="{3C2A3E60-4481-DF9E-7053-26BE1DCB7977}"/>
              </a:ext>
            </a:extLst>
          </p:cNvPr>
          <p:cNvSpPr>
            <a:spLocks noGrp="1"/>
          </p:cNvSpPr>
          <p:nvPr>
            <p:ph type="body" sz="quarter" idx="16" hasCustomPrompt="1"/>
          </p:nvPr>
        </p:nvSpPr>
        <p:spPr>
          <a:xfrm>
            <a:off x="457199" y="1078409"/>
            <a:ext cx="8242789" cy="285312"/>
          </a:xfrm>
          <a:prstGeom prst="rect">
            <a:avLst/>
          </a:prstGeom>
        </p:spPr>
        <p:txBody>
          <a:bodyPr/>
          <a:lstStyle>
            <a:lvl1pPr algn="r">
              <a:defRPr sz="1400" b="1">
                <a:solidFill>
                  <a:srgbClr val="101024"/>
                </a:solidFill>
                <a:latin typeface="+mj-lt"/>
              </a:defRPr>
            </a:lvl1pPr>
          </a:lstStyle>
          <a:p>
            <a:pPr lvl="0"/>
            <a:r>
              <a:rPr lang="fr-FR" dirty="0"/>
              <a:t>[  STYLE DE TITRE 2 ]</a:t>
            </a:r>
          </a:p>
        </p:txBody>
      </p:sp>
      <p:sp>
        <p:nvSpPr>
          <p:cNvPr id="20" name="Espace réservé du texte 7">
            <a:extLst>
              <a:ext uri="{FF2B5EF4-FFF2-40B4-BE49-F238E27FC236}">
                <a16:creationId xmlns:a16="http://schemas.microsoft.com/office/drawing/2014/main" id="{39B855BC-5132-9C09-41A8-AB10737DF1C5}"/>
              </a:ext>
            </a:extLst>
          </p:cNvPr>
          <p:cNvSpPr>
            <a:spLocks noGrp="1"/>
          </p:cNvSpPr>
          <p:nvPr>
            <p:ph type="body" sz="quarter" idx="13" hasCustomPrompt="1"/>
          </p:nvPr>
        </p:nvSpPr>
        <p:spPr>
          <a:xfrm>
            <a:off x="457199" y="2189976"/>
            <a:ext cx="8242789" cy="1670529"/>
          </a:xfrm>
          <a:prstGeom prst="rect">
            <a:avLst/>
          </a:prstGeom>
        </p:spPr>
        <p:txBody>
          <a:bodyPr/>
          <a:lstStyle>
            <a:lvl1pPr>
              <a:defRPr sz="11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a:t>
            </a:r>
          </a:p>
          <a:p>
            <a:pPr lvl="0"/>
            <a:r>
              <a:rPr lang="fr-FR" dirty="0"/>
              <a:t>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a:p>
            <a:pPr lvl="0"/>
            <a:r>
              <a:rPr lang="fr-FR" dirty="0"/>
              <a:t>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
        <p:nvSpPr>
          <p:cNvPr id="21" name="Espace réservé du texte 7">
            <a:extLst>
              <a:ext uri="{FF2B5EF4-FFF2-40B4-BE49-F238E27FC236}">
                <a16:creationId xmlns:a16="http://schemas.microsoft.com/office/drawing/2014/main" id="{555E8F6E-E600-8148-440A-1B4362D63C82}"/>
              </a:ext>
            </a:extLst>
          </p:cNvPr>
          <p:cNvSpPr>
            <a:spLocks noGrp="1"/>
          </p:cNvSpPr>
          <p:nvPr>
            <p:ph type="body" sz="quarter" idx="17" hasCustomPrompt="1"/>
          </p:nvPr>
        </p:nvSpPr>
        <p:spPr>
          <a:xfrm>
            <a:off x="457199" y="4992141"/>
            <a:ext cx="8242789" cy="1044576"/>
          </a:xfrm>
          <a:prstGeom prst="rect">
            <a:avLst/>
          </a:prstGeom>
        </p:spPr>
        <p:txBody>
          <a:bodyPr/>
          <a:lstStyle>
            <a:lvl1pPr>
              <a:defRPr sz="11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a:t>
            </a:r>
          </a:p>
        </p:txBody>
      </p:sp>
    </p:spTree>
    <p:extLst>
      <p:ext uri="{BB962C8B-B14F-4D97-AF65-F5344CB8AC3E}">
        <p14:creationId xmlns:p14="http://schemas.microsoft.com/office/powerpoint/2010/main" val="623883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 Page de cours Titre 3">
    <p:spTree>
      <p:nvGrpSpPr>
        <p:cNvPr id="1" name=""/>
        <p:cNvGrpSpPr/>
        <p:nvPr/>
      </p:nvGrpSpPr>
      <p:grpSpPr>
        <a:xfrm>
          <a:off x="0" y="0"/>
          <a:ext cx="0" cy="0"/>
          <a:chOff x="0" y="0"/>
          <a:chExt cx="0" cy="0"/>
        </a:xfrm>
      </p:grpSpPr>
      <p:sp>
        <p:nvSpPr>
          <p:cNvPr id="24" name="Rectangle 23"/>
          <p:cNvSpPr/>
          <p:nvPr userDrawn="1"/>
        </p:nvSpPr>
        <p:spPr>
          <a:xfrm>
            <a:off x="-47834" y="0"/>
            <a:ext cx="9200110" cy="6488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1"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2"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3"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dirty="0"/>
              <a:t>www.doranco.fr | 01 55 25 28 00</a:t>
            </a:r>
          </a:p>
        </p:txBody>
      </p:sp>
      <p:sp>
        <p:nvSpPr>
          <p:cNvPr id="11" name="Espace réservé du texte 9">
            <a:extLst>
              <a:ext uri="{FF2B5EF4-FFF2-40B4-BE49-F238E27FC236}">
                <a16:creationId xmlns:a16="http://schemas.microsoft.com/office/drawing/2014/main" id="{828E8C9D-07A9-A1FD-C189-E45B17EDB55F}"/>
              </a:ext>
            </a:extLst>
          </p:cNvPr>
          <p:cNvSpPr>
            <a:spLocks noGrp="1"/>
          </p:cNvSpPr>
          <p:nvPr>
            <p:ph type="body" sz="quarter" idx="14" hasCustomPrompt="1"/>
          </p:nvPr>
        </p:nvSpPr>
        <p:spPr>
          <a:xfrm>
            <a:off x="457199" y="876467"/>
            <a:ext cx="8242789" cy="261342"/>
          </a:xfrm>
          <a:prstGeom prst="rect">
            <a:avLst/>
          </a:prstGeom>
        </p:spPr>
        <p:txBody>
          <a:bodyPr/>
          <a:lstStyle>
            <a:lvl1pPr>
              <a:defRPr sz="1200">
                <a:solidFill>
                  <a:srgbClr val="101024"/>
                </a:solidFill>
                <a:latin typeface="+mj-lt"/>
              </a:defRPr>
            </a:lvl1pPr>
          </a:lstStyle>
          <a:p>
            <a:pPr lvl="0"/>
            <a:r>
              <a:rPr lang="fr-FR" dirty="0"/>
              <a:t>[  STYLE DE TITRE 3 ]</a:t>
            </a:r>
          </a:p>
        </p:txBody>
      </p:sp>
      <p:cxnSp>
        <p:nvCxnSpPr>
          <p:cNvPr id="12" name="Connecteur droit 11">
            <a:extLst>
              <a:ext uri="{FF2B5EF4-FFF2-40B4-BE49-F238E27FC236}">
                <a16:creationId xmlns:a16="http://schemas.microsoft.com/office/drawing/2014/main" id="{9F60A669-C27C-0D81-0322-1957CA9F703A}"/>
              </a:ext>
            </a:extLst>
          </p:cNvPr>
          <p:cNvCxnSpPr/>
          <p:nvPr userDrawn="1"/>
        </p:nvCxnSpPr>
        <p:spPr>
          <a:xfrm flipH="1">
            <a:off x="-1" y="435582"/>
            <a:ext cx="4689834"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3" name="Espace réservé du texte 2">
            <a:extLst>
              <a:ext uri="{FF2B5EF4-FFF2-40B4-BE49-F238E27FC236}">
                <a16:creationId xmlns:a16="http://schemas.microsoft.com/office/drawing/2014/main" id="{E4C8607D-7DC5-7921-8A57-2070466221DF}"/>
              </a:ext>
            </a:extLst>
          </p:cNvPr>
          <p:cNvSpPr>
            <a:spLocks noGrp="1"/>
          </p:cNvSpPr>
          <p:nvPr>
            <p:ph type="body" sz="quarter" idx="15" hasCustomPrompt="1"/>
          </p:nvPr>
        </p:nvSpPr>
        <p:spPr>
          <a:xfrm>
            <a:off x="457200" y="1384300"/>
            <a:ext cx="8242300" cy="4002088"/>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a:t>
            </a:r>
          </a:p>
          <a:p>
            <a:pPr marL="0" indent="0" algn="l">
              <a:lnSpc>
                <a:spcPct val="100000"/>
              </a:lnSpc>
              <a:buFont typeface="Arial" panose="020B0604020202020204" pitchFamily="34" charset="0"/>
              <a:buNone/>
            </a:pPr>
            <a:r>
              <a:rPr lang="fr-FR" sz="1100" dirty="0">
                <a:solidFill>
                  <a:srgbClr val="101024"/>
                </a:solidFill>
                <a:latin typeface="+mj-lt"/>
              </a:rPr>
              <a:t>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lnSpc>
                <a:spcPct val="100000"/>
              </a:lnSpc>
            </a:pPr>
            <a:r>
              <a:rPr lang="fr-FR" sz="1100" dirty="0">
                <a:solidFill>
                  <a:srgbClr val="101024"/>
                </a:solidFill>
                <a:latin typeface="+mj-lt"/>
              </a:rPr>
              <a:t>Style de liste :</a:t>
            </a:r>
          </a:p>
          <a:p>
            <a:pPr marL="628650" lvl="1" indent="-171450">
              <a:lnSpc>
                <a:spcPct val="100000"/>
              </a:lnSpc>
              <a:buFont typeface="Arial" panose="020B0604020202020204" pitchFamily="34" charset="0"/>
              <a:buChar char="•"/>
            </a:pPr>
            <a:r>
              <a:rPr lang="fr-FR" sz="1100" dirty="0">
                <a:solidFill>
                  <a:srgbClr val="101024"/>
                </a:solidFill>
                <a:latin typeface="+mj-lt"/>
              </a:rPr>
              <a:t>Point 1</a:t>
            </a:r>
          </a:p>
          <a:p>
            <a:pPr marL="628650" lvl="1" indent="-171450">
              <a:lnSpc>
                <a:spcPct val="100000"/>
              </a:lnSpc>
              <a:buFont typeface="Arial" panose="020B0604020202020204" pitchFamily="34" charset="0"/>
              <a:buChar char="•"/>
            </a:pPr>
            <a:r>
              <a:rPr lang="fr-FR" sz="1100" dirty="0">
                <a:solidFill>
                  <a:srgbClr val="101024"/>
                </a:solidFill>
                <a:latin typeface="+mj-lt"/>
              </a:rPr>
              <a:t>Point 2</a:t>
            </a:r>
          </a:p>
          <a:p>
            <a:pPr marL="628650" lvl="1" indent="-171450">
              <a:lnSpc>
                <a:spcPct val="100000"/>
              </a:lnSpc>
              <a:buFont typeface="Arial" panose="020B0604020202020204" pitchFamily="34" charset="0"/>
              <a:buChar char="•"/>
            </a:pPr>
            <a:r>
              <a:rPr lang="fr-FR" sz="1100" dirty="0">
                <a:solidFill>
                  <a:srgbClr val="101024"/>
                </a:solidFill>
                <a:latin typeface="+mj-lt"/>
              </a:rPr>
              <a:t>Point 3</a:t>
            </a:r>
          </a:p>
          <a:p>
            <a:pPr lvl="0"/>
            <a:endParaRPr lang="fr-FR" dirty="0"/>
          </a:p>
        </p:txBody>
      </p:sp>
    </p:spTree>
    <p:extLst>
      <p:ext uri="{BB962C8B-B14F-4D97-AF65-F5344CB8AC3E}">
        <p14:creationId xmlns:p14="http://schemas.microsoft.com/office/powerpoint/2010/main" val="3779466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 Page de cours Titre 1,2,3 + citation">
    <p:spTree>
      <p:nvGrpSpPr>
        <p:cNvPr id="1" name=""/>
        <p:cNvGrpSpPr/>
        <p:nvPr/>
      </p:nvGrpSpPr>
      <p:grpSpPr>
        <a:xfrm>
          <a:off x="0" y="0"/>
          <a:ext cx="0" cy="0"/>
          <a:chOff x="0" y="0"/>
          <a:chExt cx="0" cy="0"/>
        </a:xfrm>
      </p:grpSpPr>
      <p:sp>
        <p:nvSpPr>
          <p:cNvPr id="29" name="Rectangle 28"/>
          <p:cNvSpPr/>
          <p:nvPr userDrawn="1"/>
        </p:nvSpPr>
        <p:spPr>
          <a:xfrm>
            <a:off x="-1" y="0"/>
            <a:ext cx="6699887"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userDrawn="1"/>
        </p:nvSpPr>
        <p:spPr>
          <a:xfrm rot="16200000">
            <a:off x="4670399" y="2004085"/>
            <a:ext cx="6488719" cy="24805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p:cNvPicPr>
            <a:picLocks noChangeAspect="1"/>
          </p:cNvPicPr>
          <p:nvPr userDrawn="1"/>
        </p:nvPicPr>
        <p:blipFill>
          <a:blip r:embed="rId2">
            <a:duotone>
              <a:prstClr val="black"/>
              <a:srgbClr val="901913">
                <a:tint val="45000"/>
                <a:satMod val="400000"/>
              </a:srgbClr>
            </a:duotone>
            <a:lum bright="100000" contrast="100000"/>
            <a:extLst>
              <a:ext uri="{28A0092B-C50C-407E-A947-70E740481C1C}">
                <a14:useLocalDpi xmlns:a14="http://schemas.microsoft.com/office/drawing/2010/main" val="0"/>
              </a:ext>
            </a:extLst>
          </a:blip>
          <a:stretch>
            <a:fillRect/>
          </a:stretch>
        </p:blipFill>
        <p:spPr>
          <a:xfrm>
            <a:off x="7456259" y="3801795"/>
            <a:ext cx="1593016" cy="580744"/>
          </a:xfrm>
          <a:prstGeom prst="rect">
            <a:avLst/>
          </a:prstGeom>
        </p:spPr>
      </p:pic>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pic>
        <p:nvPicPr>
          <p:cNvPr id="30" name="Image 29"/>
          <p:cNvPicPr>
            <a:picLocks noChangeAspect="1"/>
          </p:cNvPicPr>
          <p:nvPr userDrawn="1"/>
        </p:nvPicPr>
        <p:blipFill>
          <a:blip r:embed="rId2">
            <a:duotone>
              <a:prstClr val="black"/>
              <a:srgbClr val="901913">
                <a:tint val="45000"/>
                <a:satMod val="400000"/>
              </a:srgbClr>
            </a:duotone>
            <a:lum bright="100000" contrast="100000"/>
            <a:extLst>
              <a:ext uri="{28A0092B-C50C-407E-A947-70E740481C1C}">
                <a14:useLocalDpi xmlns:a14="http://schemas.microsoft.com/office/drawing/2010/main" val="0"/>
              </a:ext>
            </a:extLst>
          </a:blip>
          <a:stretch>
            <a:fillRect/>
          </a:stretch>
        </p:blipFill>
        <p:spPr>
          <a:xfrm rot="10800000">
            <a:off x="6783686" y="1556362"/>
            <a:ext cx="1593016" cy="580744"/>
          </a:xfrm>
          <a:prstGeom prst="rect">
            <a:avLst/>
          </a:prstGeom>
        </p:spPr>
      </p:pic>
      <p:sp>
        <p:nvSpPr>
          <p:cNvPr id="36" name="Espace réservé du texte 2"/>
          <p:cNvSpPr txBox="1">
            <a:spLocks/>
          </p:cNvSpPr>
          <p:nvPr userDrawn="1"/>
        </p:nvSpPr>
        <p:spPr>
          <a:xfrm>
            <a:off x="6975275" y="4596854"/>
            <a:ext cx="1889311" cy="117134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00000"/>
              </a:lnSpc>
            </a:pPr>
            <a:r>
              <a:rPr lang="fr-FR" sz="1000" dirty="0"/>
              <a:t>Auteur</a:t>
            </a:r>
            <a:br>
              <a:rPr lang="fr-FR" sz="1000" dirty="0"/>
            </a:br>
            <a:r>
              <a:rPr lang="fr-FR" sz="1000" dirty="0"/>
              <a:t>Source</a:t>
            </a:r>
          </a:p>
        </p:txBody>
      </p:sp>
      <p:sp>
        <p:nvSpPr>
          <p:cNvPr id="37" name="Espace réservé du titre 1"/>
          <p:cNvSpPr>
            <a:spLocks noGrp="1"/>
          </p:cNvSpPr>
          <p:nvPr>
            <p:ph type="title"/>
          </p:nvPr>
        </p:nvSpPr>
        <p:spPr>
          <a:xfrm>
            <a:off x="-2519" y="499875"/>
            <a:ext cx="6386563" cy="471538"/>
          </a:xfrm>
          <a:prstGeom prst="rect">
            <a:avLst/>
          </a:prstGeom>
          <a:ln>
            <a:noFill/>
          </a:ln>
        </p:spPr>
        <p:txBody>
          <a:bodyPr vert="horz" lIns="91440" tIns="45720" rIns="91440" bIns="45720" rtlCol="0" anchor="ctr">
            <a:normAutofit/>
          </a:bodyPr>
          <a:lstStyle>
            <a:lvl1pPr>
              <a:defRPr>
                <a:solidFill>
                  <a:srgbClr val="C2211D"/>
                </a:solidFill>
                <a:latin typeface="+mj-lt"/>
              </a:defRPr>
            </a:lvl1pPr>
          </a:lstStyle>
          <a:p>
            <a:r>
              <a:rPr lang="fr-FR" dirty="0"/>
              <a:t>[ STYLE DE TITRE 1 ]</a:t>
            </a:r>
          </a:p>
        </p:txBody>
      </p:sp>
      <p:cxnSp>
        <p:nvCxnSpPr>
          <p:cNvPr id="39" name="Connecteur droit 38"/>
          <p:cNvCxnSpPr>
            <a:cxnSpLocks/>
          </p:cNvCxnSpPr>
          <p:nvPr userDrawn="1"/>
        </p:nvCxnSpPr>
        <p:spPr>
          <a:xfrm flipH="1">
            <a:off x="6743930" y="351692"/>
            <a:ext cx="2345800" cy="0"/>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userDrawn="1"/>
        </p:nvCxnSpPr>
        <p:spPr>
          <a:xfrm flipH="1">
            <a:off x="-1" y="1524000"/>
            <a:ext cx="5600701" cy="0"/>
          </a:xfrm>
          <a:prstGeom prst="line">
            <a:avLst/>
          </a:prstGeom>
          <a:ln w="38100">
            <a:solidFill>
              <a:srgbClr val="C2211D"/>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646EF67D-399B-51A1-7072-8C4FD82D7C5E}"/>
              </a:ext>
            </a:extLst>
          </p:cNvPr>
          <p:cNvCxnSpPr>
            <a:cxnSpLocks/>
          </p:cNvCxnSpPr>
          <p:nvPr userDrawn="1"/>
        </p:nvCxnSpPr>
        <p:spPr>
          <a:xfrm flipH="1">
            <a:off x="4263887" y="351692"/>
            <a:ext cx="2378702" cy="0"/>
          </a:xfrm>
          <a:prstGeom prst="line">
            <a:avLst/>
          </a:prstGeom>
          <a:ln w="76200">
            <a:solidFill>
              <a:srgbClr val="101024"/>
            </a:solidFill>
            <a:prstDash val="sysDot"/>
          </a:ln>
        </p:spPr>
        <p:style>
          <a:lnRef idx="1">
            <a:schemeClr val="accent1"/>
          </a:lnRef>
          <a:fillRef idx="0">
            <a:schemeClr val="accent1"/>
          </a:fillRef>
          <a:effectRef idx="0">
            <a:schemeClr val="accent1"/>
          </a:effectRef>
          <a:fontRef idx="minor">
            <a:schemeClr val="tx1"/>
          </a:fontRef>
        </p:style>
      </p:cxnSp>
      <p:sp>
        <p:nvSpPr>
          <p:cNvPr id="19" name="Espace réservé du texte 9">
            <a:extLst>
              <a:ext uri="{FF2B5EF4-FFF2-40B4-BE49-F238E27FC236}">
                <a16:creationId xmlns:a16="http://schemas.microsoft.com/office/drawing/2014/main" id="{30FCB5B6-6C27-B148-68DA-AD9F9D463586}"/>
              </a:ext>
            </a:extLst>
          </p:cNvPr>
          <p:cNvSpPr>
            <a:spLocks noGrp="1"/>
          </p:cNvSpPr>
          <p:nvPr>
            <p:ph type="body" sz="quarter" idx="14" hasCustomPrompt="1"/>
          </p:nvPr>
        </p:nvSpPr>
        <p:spPr>
          <a:xfrm>
            <a:off x="457199" y="1712090"/>
            <a:ext cx="5926845" cy="261342"/>
          </a:xfrm>
          <a:prstGeom prst="rect">
            <a:avLst/>
          </a:prstGeom>
        </p:spPr>
        <p:txBody>
          <a:bodyPr/>
          <a:lstStyle>
            <a:lvl1pPr>
              <a:defRPr sz="1200">
                <a:solidFill>
                  <a:srgbClr val="101024"/>
                </a:solidFill>
                <a:latin typeface="+mj-lt"/>
              </a:defRPr>
            </a:lvl1pPr>
          </a:lstStyle>
          <a:p>
            <a:pPr lvl="0"/>
            <a:r>
              <a:rPr lang="fr-FR" dirty="0"/>
              <a:t>[  STYLE DE TITRE 3 ]</a:t>
            </a:r>
          </a:p>
        </p:txBody>
      </p:sp>
      <p:sp>
        <p:nvSpPr>
          <p:cNvPr id="21" name="Espace réservé du texte 9">
            <a:extLst>
              <a:ext uri="{FF2B5EF4-FFF2-40B4-BE49-F238E27FC236}">
                <a16:creationId xmlns:a16="http://schemas.microsoft.com/office/drawing/2014/main" id="{B2FB45E2-0236-2775-411D-9B3BA20D70B4}"/>
              </a:ext>
            </a:extLst>
          </p:cNvPr>
          <p:cNvSpPr>
            <a:spLocks noGrp="1"/>
          </p:cNvSpPr>
          <p:nvPr>
            <p:ph type="body" sz="quarter" idx="16" hasCustomPrompt="1"/>
          </p:nvPr>
        </p:nvSpPr>
        <p:spPr>
          <a:xfrm>
            <a:off x="1" y="1078409"/>
            <a:ext cx="6384044" cy="285312"/>
          </a:xfrm>
          <a:prstGeom prst="rect">
            <a:avLst/>
          </a:prstGeom>
        </p:spPr>
        <p:txBody>
          <a:bodyPr/>
          <a:lstStyle>
            <a:lvl1pPr algn="r">
              <a:defRPr sz="1400" b="1">
                <a:solidFill>
                  <a:srgbClr val="101024"/>
                </a:solidFill>
                <a:latin typeface="+mj-lt"/>
              </a:defRPr>
            </a:lvl1pPr>
          </a:lstStyle>
          <a:p>
            <a:pPr lvl="0"/>
            <a:r>
              <a:rPr lang="fr-FR" dirty="0"/>
              <a:t>[  STYLE DE TITRE 2 ]</a:t>
            </a:r>
          </a:p>
        </p:txBody>
      </p:sp>
      <p:sp>
        <p:nvSpPr>
          <p:cNvPr id="28" name="Espace réservé du texte 2">
            <a:extLst>
              <a:ext uri="{FF2B5EF4-FFF2-40B4-BE49-F238E27FC236}">
                <a16:creationId xmlns:a16="http://schemas.microsoft.com/office/drawing/2014/main" id="{59241856-81F4-A858-2CA4-F4DB8552579B}"/>
              </a:ext>
            </a:extLst>
          </p:cNvPr>
          <p:cNvSpPr>
            <a:spLocks noGrp="1"/>
          </p:cNvSpPr>
          <p:nvPr>
            <p:ph type="body" sz="quarter" idx="15" hasCustomPrompt="1"/>
          </p:nvPr>
        </p:nvSpPr>
        <p:spPr>
          <a:xfrm>
            <a:off x="450850" y="2103652"/>
            <a:ext cx="5933195" cy="4002088"/>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a:t>
            </a:r>
          </a:p>
          <a:p>
            <a:pPr marL="0" indent="0" algn="l">
              <a:lnSpc>
                <a:spcPct val="100000"/>
              </a:lnSpc>
              <a:buFont typeface="Arial" panose="020B0604020202020204" pitchFamily="34" charset="0"/>
              <a:buNone/>
            </a:pPr>
            <a:r>
              <a:rPr lang="fr-FR" sz="1100" dirty="0">
                <a:solidFill>
                  <a:srgbClr val="101024"/>
                </a:solidFill>
                <a:latin typeface="+mj-lt"/>
              </a:rPr>
              <a:t>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lnSpc>
                <a:spcPct val="100000"/>
              </a:lnSpc>
            </a:pPr>
            <a:r>
              <a:rPr lang="fr-FR" sz="1100" dirty="0">
                <a:solidFill>
                  <a:srgbClr val="101024"/>
                </a:solidFill>
                <a:latin typeface="+mj-lt"/>
              </a:rPr>
              <a:t>Style de liste :</a:t>
            </a:r>
          </a:p>
          <a:p>
            <a:pPr marL="628650" lvl="1" indent="-171450">
              <a:lnSpc>
                <a:spcPct val="100000"/>
              </a:lnSpc>
              <a:buFont typeface="Arial" panose="020B0604020202020204" pitchFamily="34" charset="0"/>
              <a:buChar char="•"/>
            </a:pPr>
            <a:r>
              <a:rPr lang="fr-FR" sz="1100" dirty="0">
                <a:solidFill>
                  <a:srgbClr val="101024"/>
                </a:solidFill>
                <a:latin typeface="+mj-lt"/>
              </a:rPr>
              <a:t>Point 1</a:t>
            </a:r>
          </a:p>
          <a:p>
            <a:pPr marL="628650" lvl="1" indent="-171450">
              <a:lnSpc>
                <a:spcPct val="100000"/>
              </a:lnSpc>
              <a:buFont typeface="Arial" panose="020B0604020202020204" pitchFamily="34" charset="0"/>
              <a:buChar char="•"/>
            </a:pPr>
            <a:r>
              <a:rPr lang="fr-FR" sz="1100" dirty="0">
                <a:solidFill>
                  <a:srgbClr val="101024"/>
                </a:solidFill>
                <a:latin typeface="+mj-lt"/>
              </a:rPr>
              <a:t>Point 2</a:t>
            </a:r>
          </a:p>
          <a:p>
            <a:pPr marL="628650" lvl="1" indent="-171450">
              <a:lnSpc>
                <a:spcPct val="100000"/>
              </a:lnSpc>
              <a:buFont typeface="Arial" panose="020B0604020202020204" pitchFamily="34" charset="0"/>
              <a:buChar char="•"/>
            </a:pPr>
            <a:r>
              <a:rPr lang="fr-FR" sz="1100" dirty="0">
                <a:solidFill>
                  <a:srgbClr val="101024"/>
                </a:solidFill>
                <a:latin typeface="+mj-lt"/>
              </a:rPr>
              <a:t>Point 3</a:t>
            </a:r>
          </a:p>
          <a:p>
            <a:pPr lvl="0"/>
            <a:endParaRPr lang="fr-FR" dirty="0"/>
          </a:p>
        </p:txBody>
      </p:sp>
      <p:sp>
        <p:nvSpPr>
          <p:cNvPr id="4" name="Espace réservé du texte 3">
            <a:extLst>
              <a:ext uri="{FF2B5EF4-FFF2-40B4-BE49-F238E27FC236}">
                <a16:creationId xmlns:a16="http://schemas.microsoft.com/office/drawing/2014/main" id="{3057F1DD-A7F3-54F7-76B9-46E1B26A55DE}"/>
              </a:ext>
            </a:extLst>
          </p:cNvPr>
          <p:cNvSpPr>
            <a:spLocks noGrp="1"/>
          </p:cNvSpPr>
          <p:nvPr>
            <p:ph type="body" sz="quarter" idx="17" hasCustomPrompt="1"/>
          </p:nvPr>
        </p:nvSpPr>
        <p:spPr>
          <a:xfrm>
            <a:off x="6975275" y="2322964"/>
            <a:ext cx="1889325" cy="1335088"/>
          </a:xfrm>
          <a:prstGeom prst="rect">
            <a:avLst/>
          </a:prstGeo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Lo</a:t>
            </a:r>
            <a:r>
              <a:rPr lang="fr-FR" sz="1400" dirty="0">
                <a:solidFill>
                  <a:schemeClr val="bg1"/>
                </a:solidFill>
                <a:latin typeface="+mj-lt"/>
              </a:rPr>
              <a:t> Lorem ipsum dolor </a:t>
            </a:r>
            <a:r>
              <a:rPr lang="fr-FR" sz="1400" dirty="0" err="1">
                <a:solidFill>
                  <a:schemeClr val="bg1"/>
                </a:solidFill>
                <a:latin typeface="+mj-lt"/>
              </a:rPr>
              <a:t>sit</a:t>
            </a:r>
            <a:r>
              <a:rPr lang="fr-FR" sz="1400" dirty="0">
                <a:solidFill>
                  <a:schemeClr val="bg1"/>
                </a:solidFill>
                <a:latin typeface="+mj-lt"/>
              </a:rPr>
              <a:t> </a:t>
            </a:r>
            <a:r>
              <a:rPr lang="fr-FR" sz="1400" dirty="0" err="1">
                <a:solidFill>
                  <a:schemeClr val="bg1"/>
                </a:solidFill>
                <a:latin typeface="+mj-lt"/>
              </a:rPr>
              <a:t>amet</a:t>
            </a:r>
            <a:r>
              <a:rPr lang="fr-FR" sz="1400" dirty="0">
                <a:solidFill>
                  <a:schemeClr val="bg1"/>
                </a:solidFill>
                <a:latin typeface="+mj-lt"/>
              </a:rPr>
              <a:t>, consectetur adipiscing </a:t>
            </a:r>
            <a:r>
              <a:rPr lang="fr-FR" sz="1400" dirty="0" err="1">
                <a:solidFill>
                  <a:schemeClr val="bg1"/>
                </a:solidFill>
                <a:latin typeface="+mj-lt"/>
              </a:rPr>
              <a:t>elit</a:t>
            </a:r>
            <a:r>
              <a:rPr lang="fr-FR" sz="1400" dirty="0">
                <a:solidFill>
                  <a:schemeClr val="bg1"/>
                </a:solidFill>
                <a:latin typeface="+mj-lt"/>
              </a:rPr>
              <a:t>. Nam sodales </a:t>
            </a:r>
            <a:r>
              <a:rPr lang="fr-FR" sz="1400" dirty="0" err="1">
                <a:solidFill>
                  <a:schemeClr val="bg1"/>
                </a:solidFill>
                <a:latin typeface="+mj-lt"/>
              </a:rPr>
              <a:t>lacus</a:t>
            </a:r>
            <a:r>
              <a:rPr lang="fr-FR" sz="1400" dirty="0">
                <a:solidFill>
                  <a:schemeClr val="bg1"/>
                </a:solidFill>
                <a:latin typeface="+mj-lt"/>
              </a:rPr>
              <a:t> nec </a:t>
            </a:r>
            <a:r>
              <a:rPr lang="fr-FR" sz="1400" dirty="0" err="1">
                <a:solidFill>
                  <a:schemeClr val="bg1"/>
                </a:solidFill>
                <a:latin typeface="+mj-lt"/>
              </a:rPr>
              <a:t>ligula</a:t>
            </a:r>
            <a:r>
              <a:rPr lang="fr-FR" sz="1400" dirty="0">
                <a:solidFill>
                  <a:schemeClr val="bg1"/>
                </a:solidFill>
                <a:latin typeface="+mj-lt"/>
              </a:rPr>
              <a:t> rhoncus </a:t>
            </a:r>
            <a:r>
              <a:rPr lang="fr-FR" sz="1400" dirty="0" err="1">
                <a:solidFill>
                  <a:schemeClr val="bg1"/>
                </a:solidFill>
                <a:latin typeface="+mj-lt"/>
              </a:rPr>
              <a:t>iaculis</a:t>
            </a:r>
            <a:r>
              <a:rPr lang="fr-FR" sz="1400" dirty="0">
                <a:solidFill>
                  <a:schemeClr val="bg1"/>
                </a:solidFill>
                <a:latin typeface="+mj-lt"/>
              </a:rPr>
              <a:t>. </a:t>
            </a:r>
          </a:p>
          <a:p>
            <a:pPr lvl="0"/>
            <a:endParaRPr lang="fr-FR" dirty="0"/>
          </a:p>
        </p:txBody>
      </p:sp>
    </p:spTree>
    <p:extLst>
      <p:ext uri="{BB962C8B-B14F-4D97-AF65-F5344CB8AC3E}">
        <p14:creationId xmlns:p14="http://schemas.microsoft.com/office/powerpoint/2010/main" val="2477312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 Page de cours Titre 3 + citation">
    <p:spTree>
      <p:nvGrpSpPr>
        <p:cNvPr id="1" name=""/>
        <p:cNvGrpSpPr/>
        <p:nvPr/>
      </p:nvGrpSpPr>
      <p:grpSpPr>
        <a:xfrm>
          <a:off x="0" y="0"/>
          <a:ext cx="0" cy="0"/>
          <a:chOff x="0" y="0"/>
          <a:chExt cx="0" cy="0"/>
        </a:xfrm>
      </p:grpSpPr>
      <p:sp>
        <p:nvSpPr>
          <p:cNvPr id="29" name="Rectangle 28"/>
          <p:cNvSpPr/>
          <p:nvPr userDrawn="1"/>
        </p:nvSpPr>
        <p:spPr>
          <a:xfrm>
            <a:off x="0" y="0"/>
            <a:ext cx="6671968"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Rectangle 21"/>
          <p:cNvSpPr/>
          <p:nvPr userDrawn="1"/>
        </p:nvSpPr>
        <p:spPr>
          <a:xfrm rot="16200000">
            <a:off x="4670399" y="2004085"/>
            <a:ext cx="6488719" cy="24805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dirty="0"/>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pic>
        <p:nvPicPr>
          <p:cNvPr id="20" name="Image 19"/>
          <p:cNvPicPr>
            <a:picLocks noChangeAspect="1"/>
          </p:cNvPicPr>
          <p:nvPr userDrawn="1"/>
        </p:nvPicPr>
        <p:blipFill>
          <a:blip r:embed="rId2">
            <a:duotone>
              <a:prstClr val="black"/>
              <a:srgbClr val="901913">
                <a:tint val="45000"/>
                <a:satMod val="400000"/>
              </a:srgbClr>
            </a:duotone>
            <a:lum bright="100000" contrast="100000"/>
            <a:extLst>
              <a:ext uri="{28A0092B-C50C-407E-A947-70E740481C1C}">
                <a14:useLocalDpi xmlns:a14="http://schemas.microsoft.com/office/drawing/2010/main" val="0"/>
              </a:ext>
            </a:extLst>
          </a:blip>
          <a:stretch>
            <a:fillRect/>
          </a:stretch>
        </p:blipFill>
        <p:spPr>
          <a:xfrm>
            <a:off x="7456259" y="3759850"/>
            <a:ext cx="1593016" cy="580744"/>
          </a:xfrm>
          <a:prstGeom prst="rect">
            <a:avLst/>
          </a:prstGeom>
        </p:spPr>
      </p:pic>
      <p:pic>
        <p:nvPicPr>
          <p:cNvPr id="23" name="Image 22"/>
          <p:cNvPicPr>
            <a:picLocks noChangeAspect="1"/>
          </p:cNvPicPr>
          <p:nvPr userDrawn="1"/>
        </p:nvPicPr>
        <p:blipFill>
          <a:blip r:embed="rId2">
            <a:duotone>
              <a:prstClr val="black"/>
              <a:srgbClr val="901913">
                <a:tint val="45000"/>
                <a:satMod val="400000"/>
              </a:srgbClr>
            </a:duotone>
            <a:lum bright="100000" contrast="100000"/>
            <a:extLst>
              <a:ext uri="{28A0092B-C50C-407E-A947-70E740481C1C}">
                <a14:useLocalDpi xmlns:a14="http://schemas.microsoft.com/office/drawing/2010/main" val="0"/>
              </a:ext>
            </a:extLst>
          </a:blip>
          <a:stretch>
            <a:fillRect/>
          </a:stretch>
        </p:blipFill>
        <p:spPr>
          <a:xfrm rot="10800000">
            <a:off x="6783686" y="1556362"/>
            <a:ext cx="1593016" cy="580744"/>
          </a:xfrm>
          <a:prstGeom prst="rect">
            <a:avLst/>
          </a:prstGeom>
        </p:spPr>
      </p:pic>
      <p:sp>
        <p:nvSpPr>
          <p:cNvPr id="32" name="Espace réservé du texte 2"/>
          <p:cNvSpPr txBox="1">
            <a:spLocks/>
          </p:cNvSpPr>
          <p:nvPr userDrawn="1"/>
        </p:nvSpPr>
        <p:spPr>
          <a:xfrm>
            <a:off x="6975275" y="4596854"/>
            <a:ext cx="1889311" cy="117134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00000"/>
              </a:lnSpc>
            </a:pPr>
            <a:r>
              <a:rPr lang="fr-FR" sz="1000" dirty="0"/>
              <a:t>Auteur</a:t>
            </a:r>
            <a:br>
              <a:rPr lang="fr-FR" sz="1000" dirty="0"/>
            </a:br>
            <a:r>
              <a:rPr lang="fr-FR" sz="1000" dirty="0"/>
              <a:t>Source</a:t>
            </a:r>
          </a:p>
        </p:txBody>
      </p:sp>
      <p:sp>
        <p:nvSpPr>
          <p:cNvPr id="15" name="Espace réservé du texte 9">
            <a:extLst>
              <a:ext uri="{FF2B5EF4-FFF2-40B4-BE49-F238E27FC236}">
                <a16:creationId xmlns:a16="http://schemas.microsoft.com/office/drawing/2014/main" id="{72510466-280F-1726-C74E-7A46AE2A5116}"/>
              </a:ext>
            </a:extLst>
          </p:cNvPr>
          <p:cNvSpPr>
            <a:spLocks noGrp="1"/>
          </p:cNvSpPr>
          <p:nvPr>
            <p:ph type="body" sz="quarter" idx="14" hasCustomPrompt="1"/>
          </p:nvPr>
        </p:nvSpPr>
        <p:spPr>
          <a:xfrm>
            <a:off x="457199" y="697021"/>
            <a:ext cx="5926845" cy="261342"/>
          </a:xfrm>
          <a:prstGeom prst="rect">
            <a:avLst/>
          </a:prstGeom>
        </p:spPr>
        <p:txBody>
          <a:bodyPr/>
          <a:lstStyle>
            <a:lvl1pPr>
              <a:defRPr sz="1200">
                <a:solidFill>
                  <a:srgbClr val="101024"/>
                </a:solidFill>
                <a:latin typeface="+mj-lt"/>
              </a:defRPr>
            </a:lvl1pPr>
          </a:lstStyle>
          <a:p>
            <a:pPr lvl="0"/>
            <a:r>
              <a:rPr lang="fr-FR" dirty="0"/>
              <a:t>[  STYLE DE TITRE 3 ]</a:t>
            </a:r>
          </a:p>
        </p:txBody>
      </p:sp>
      <p:cxnSp>
        <p:nvCxnSpPr>
          <p:cNvPr id="16" name="Connecteur droit 15">
            <a:extLst>
              <a:ext uri="{FF2B5EF4-FFF2-40B4-BE49-F238E27FC236}">
                <a16:creationId xmlns:a16="http://schemas.microsoft.com/office/drawing/2014/main" id="{C0668698-FA0E-8A11-7C1B-0D8B7A2C3DA6}"/>
              </a:ext>
            </a:extLst>
          </p:cNvPr>
          <p:cNvCxnSpPr/>
          <p:nvPr userDrawn="1"/>
        </p:nvCxnSpPr>
        <p:spPr>
          <a:xfrm flipH="1">
            <a:off x="-1" y="343303"/>
            <a:ext cx="4689834"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17" name="Espace réservé du texte 2">
            <a:extLst>
              <a:ext uri="{FF2B5EF4-FFF2-40B4-BE49-F238E27FC236}">
                <a16:creationId xmlns:a16="http://schemas.microsoft.com/office/drawing/2014/main" id="{CEC24A9B-67DF-C498-B46F-92FBF99D47B4}"/>
              </a:ext>
            </a:extLst>
          </p:cNvPr>
          <p:cNvSpPr>
            <a:spLocks noGrp="1"/>
          </p:cNvSpPr>
          <p:nvPr>
            <p:ph type="body" sz="quarter" idx="15" hasCustomPrompt="1"/>
          </p:nvPr>
        </p:nvSpPr>
        <p:spPr>
          <a:xfrm>
            <a:off x="450850" y="1155686"/>
            <a:ext cx="5933195" cy="4859220"/>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a:t>
            </a:r>
          </a:p>
          <a:p>
            <a:pPr marL="0" indent="0" algn="l">
              <a:lnSpc>
                <a:spcPct val="100000"/>
              </a:lnSpc>
              <a:buFont typeface="Arial" panose="020B0604020202020204" pitchFamily="34" charset="0"/>
              <a:buNone/>
            </a:pPr>
            <a:r>
              <a:rPr lang="fr-FR" sz="1100" dirty="0">
                <a:solidFill>
                  <a:srgbClr val="101024"/>
                </a:solidFill>
                <a:latin typeface="+mj-lt"/>
              </a:rPr>
              <a:t>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lnSpc>
                <a:spcPct val="100000"/>
              </a:lnSpc>
            </a:pPr>
            <a:r>
              <a:rPr lang="fr-FR" sz="1100" dirty="0">
                <a:solidFill>
                  <a:srgbClr val="101024"/>
                </a:solidFill>
                <a:latin typeface="+mj-lt"/>
              </a:rPr>
              <a:t>Style de liste :</a:t>
            </a:r>
          </a:p>
          <a:p>
            <a:pPr marL="628650" lvl="1" indent="-171450">
              <a:lnSpc>
                <a:spcPct val="100000"/>
              </a:lnSpc>
              <a:buFont typeface="Arial" panose="020B0604020202020204" pitchFamily="34" charset="0"/>
              <a:buChar char="•"/>
            </a:pPr>
            <a:r>
              <a:rPr lang="fr-FR" sz="1100" dirty="0">
                <a:solidFill>
                  <a:srgbClr val="101024"/>
                </a:solidFill>
                <a:latin typeface="+mj-lt"/>
              </a:rPr>
              <a:t>Point 1</a:t>
            </a:r>
          </a:p>
          <a:p>
            <a:pPr marL="628650" lvl="1" indent="-171450">
              <a:lnSpc>
                <a:spcPct val="100000"/>
              </a:lnSpc>
              <a:buFont typeface="Arial" panose="020B0604020202020204" pitchFamily="34" charset="0"/>
              <a:buChar char="•"/>
            </a:pPr>
            <a:r>
              <a:rPr lang="fr-FR" sz="1100" dirty="0">
                <a:solidFill>
                  <a:srgbClr val="101024"/>
                </a:solidFill>
                <a:latin typeface="+mj-lt"/>
              </a:rPr>
              <a:t>Point 2</a:t>
            </a:r>
          </a:p>
          <a:p>
            <a:pPr marL="628650" lvl="1" indent="-171450">
              <a:lnSpc>
                <a:spcPct val="100000"/>
              </a:lnSpc>
              <a:buFont typeface="Arial" panose="020B0604020202020204" pitchFamily="34" charset="0"/>
              <a:buChar char="•"/>
            </a:pPr>
            <a:r>
              <a:rPr lang="fr-FR" sz="1100" dirty="0">
                <a:solidFill>
                  <a:srgbClr val="101024"/>
                </a:solidFill>
                <a:latin typeface="+mj-lt"/>
              </a:rPr>
              <a:t>Point 3</a:t>
            </a:r>
          </a:p>
          <a:p>
            <a:pPr lvl="0"/>
            <a:endParaRPr lang="fr-FR" dirty="0"/>
          </a:p>
        </p:txBody>
      </p:sp>
      <p:sp>
        <p:nvSpPr>
          <p:cNvPr id="18" name="Espace réservé du texte 3">
            <a:extLst>
              <a:ext uri="{FF2B5EF4-FFF2-40B4-BE49-F238E27FC236}">
                <a16:creationId xmlns:a16="http://schemas.microsoft.com/office/drawing/2014/main" id="{7456FC3D-5C10-CAEC-C471-F240A6CA8983}"/>
              </a:ext>
            </a:extLst>
          </p:cNvPr>
          <p:cNvSpPr>
            <a:spLocks noGrp="1"/>
          </p:cNvSpPr>
          <p:nvPr>
            <p:ph type="body" sz="quarter" idx="17" hasCustomPrompt="1"/>
          </p:nvPr>
        </p:nvSpPr>
        <p:spPr>
          <a:xfrm>
            <a:off x="6975275" y="2322964"/>
            <a:ext cx="1889325" cy="1335088"/>
          </a:xfrm>
          <a:prstGeom prst="rect">
            <a:avLst/>
          </a:prstGeo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Lo</a:t>
            </a:r>
            <a:r>
              <a:rPr lang="fr-FR" sz="1400" dirty="0">
                <a:solidFill>
                  <a:schemeClr val="bg1"/>
                </a:solidFill>
                <a:latin typeface="+mj-lt"/>
              </a:rPr>
              <a:t> Lorem ipsum dolor </a:t>
            </a:r>
            <a:r>
              <a:rPr lang="fr-FR" sz="1400" dirty="0" err="1">
                <a:solidFill>
                  <a:schemeClr val="bg1"/>
                </a:solidFill>
                <a:latin typeface="+mj-lt"/>
              </a:rPr>
              <a:t>sit</a:t>
            </a:r>
            <a:r>
              <a:rPr lang="fr-FR" sz="1400" dirty="0">
                <a:solidFill>
                  <a:schemeClr val="bg1"/>
                </a:solidFill>
                <a:latin typeface="+mj-lt"/>
              </a:rPr>
              <a:t> </a:t>
            </a:r>
            <a:r>
              <a:rPr lang="fr-FR" sz="1400" dirty="0" err="1">
                <a:solidFill>
                  <a:schemeClr val="bg1"/>
                </a:solidFill>
                <a:latin typeface="+mj-lt"/>
              </a:rPr>
              <a:t>amet</a:t>
            </a:r>
            <a:r>
              <a:rPr lang="fr-FR" sz="1400" dirty="0">
                <a:solidFill>
                  <a:schemeClr val="bg1"/>
                </a:solidFill>
                <a:latin typeface="+mj-lt"/>
              </a:rPr>
              <a:t>, consectetur adipiscing </a:t>
            </a:r>
            <a:r>
              <a:rPr lang="fr-FR" sz="1400" dirty="0" err="1">
                <a:solidFill>
                  <a:schemeClr val="bg1"/>
                </a:solidFill>
                <a:latin typeface="+mj-lt"/>
              </a:rPr>
              <a:t>elit</a:t>
            </a:r>
            <a:r>
              <a:rPr lang="fr-FR" sz="1400" dirty="0">
                <a:solidFill>
                  <a:schemeClr val="bg1"/>
                </a:solidFill>
                <a:latin typeface="+mj-lt"/>
              </a:rPr>
              <a:t>. Nam sodales </a:t>
            </a:r>
            <a:r>
              <a:rPr lang="fr-FR" sz="1400" dirty="0" err="1">
                <a:solidFill>
                  <a:schemeClr val="bg1"/>
                </a:solidFill>
                <a:latin typeface="+mj-lt"/>
              </a:rPr>
              <a:t>lacus</a:t>
            </a:r>
            <a:r>
              <a:rPr lang="fr-FR" sz="1400" dirty="0">
                <a:solidFill>
                  <a:schemeClr val="bg1"/>
                </a:solidFill>
                <a:latin typeface="+mj-lt"/>
              </a:rPr>
              <a:t> nec </a:t>
            </a:r>
            <a:r>
              <a:rPr lang="fr-FR" sz="1400" dirty="0" err="1">
                <a:solidFill>
                  <a:schemeClr val="bg1"/>
                </a:solidFill>
                <a:latin typeface="+mj-lt"/>
              </a:rPr>
              <a:t>ligula</a:t>
            </a:r>
            <a:r>
              <a:rPr lang="fr-FR" sz="1400" dirty="0">
                <a:solidFill>
                  <a:schemeClr val="bg1"/>
                </a:solidFill>
                <a:latin typeface="+mj-lt"/>
              </a:rPr>
              <a:t> rhoncus </a:t>
            </a:r>
            <a:r>
              <a:rPr lang="fr-FR" sz="1400" dirty="0" err="1">
                <a:solidFill>
                  <a:schemeClr val="bg1"/>
                </a:solidFill>
                <a:latin typeface="+mj-lt"/>
              </a:rPr>
              <a:t>iaculis</a:t>
            </a:r>
            <a:r>
              <a:rPr lang="fr-FR" sz="1400" dirty="0">
                <a:solidFill>
                  <a:schemeClr val="bg1"/>
                </a:solidFill>
                <a:latin typeface="+mj-lt"/>
              </a:rPr>
              <a:t>. </a:t>
            </a:r>
          </a:p>
          <a:p>
            <a:pPr lvl="0"/>
            <a:endParaRPr lang="fr-FR" dirty="0"/>
          </a:p>
        </p:txBody>
      </p:sp>
    </p:spTree>
    <p:extLst>
      <p:ext uri="{BB962C8B-B14F-4D97-AF65-F5344CB8AC3E}">
        <p14:creationId xmlns:p14="http://schemas.microsoft.com/office/powerpoint/2010/main" val="166398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 Page de cours Titre 1,2,3 + A savoir">
    <p:spTree>
      <p:nvGrpSpPr>
        <p:cNvPr id="1" name=""/>
        <p:cNvGrpSpPr/>
        <p:nvPr/>
      </p:nvGrpSpPr>
      <p:grpSpPr>
        <a:xfrm>
          <a:off x="0" y="0"/>
          <a:ext cx="0" cy="0"/>
          <a:chOff x="0" y="0"/>
          <a:chExt cx="0" cy="0"/>
        </a:xfrm>
      </p:grpSpPr>
      <p:sp>
        <p:nvSpPr>
          <p:cNvPr id="29" name="Rectangle 28"/>
          <p:cNvSpPr/>
          <p:nvPr userDrawn="1"/>
        </p:nvSpPr>
        <p:spPr>
          <a:xfrm>
            <a:off x="0" y="0"/>
            <a:ext cx="6768548"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5" name="Rectangle 64"/>
          <p:cNvSpPr/>
          <p:nvPr userDrawn="1"/>
        </p:nvSpPr>
        <p:spPr>
          <a:xfrm rot="16200000">
            <a:off x="4670399" y="2004085"/>
            <a:ext cx="6488719" cy="24805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7" name="Image 66"/>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6671968" y="1892980"/>
            <a:ext cx="1437905" cy="524197"/>
          </a:xfrm>
          <a:prstGeom prst="rect">
            <a:avLst/>
          </a:prstGeom>
          <a:noFill/>
        </p:spPr>
      </p:pic>
      <p:sp>
        <p:nvSpPr>
          <p:cNvPr id="59" name="Espace réservé du titre 1"/>
          <p:cNvSpPr>
            <a:spLocks noGrp="1"/>
          </p:cNvSpPr>
          <p:nvPr>
            <p:ph type="title"/>
          </p:nvPr>
        </p:nvSpPr>
        <p:spPr>
          <a:xfrm>
            <a:off x="-2519" y="499875"/>
            <a:ext cx="6386563" cy="471538"/>
          </a:xfrm>
          <a:prstGeom prst="rect">
            <a:avLst/>
          </a:prstGeom>
          <a:ln>
            <a:noFill/>
          </a:ln>
        </p:spPr>
        <p:txBody>
          <a:bodyPr vert="horz" lIns="91440" tIns="45720" rIns="91440" bIns="45720" rtlCol="0" anchor="ctr">
            <a:normAutofit/>
          </a:bodyPr>
          <a:lstStyle>
            <a:lvl1pPr>
              <a:defRPr>
                <a:solidFill>
                  <a:srgbClr val="C2211D"/>
                </a:solidFill>
                <a:latin typeface="+mj-lt"/>
              </a:defRPr>
            </a:lvl1pPr>
          </a:lstStyle>
          <a:p>
            <a:r>
              <a:rPr lang="fr-FR" dirty="0"/>
              <a:t>[ STYLE DE TITRE 1 ]</a:t>
            </a:r>
          </a:p>
        </p:txBody>
      </p:sp>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cxnSp>
        <p:nvCxnSpPr>
          <p:cNvPr id="61" name="Connecteur droit 60"/>
          <p:cNvCxnSpPr>
            <a:cxnSpLocks/>
          </p:cNvCxnSpPr>
          <p:nvPr userDrawn="1"/>
        </p:nvCxnSpPr>
        <p:spPr>
          <a:xfrm flipH="1">
            <a:off x="6768548" y="351692"/>
            <a:ext cx="2360938" cy="0"/>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27791D9F-BFDD-5369-53F5-B61565E39D85}"/>
              </a:ext>
            </a:extLst>
          </p:cNvPr>
          <p:cNvCxnSpPr>
            <a:cxnSpLocks/>
          </p:cNvCxnSpPr>
          <p:nvPr userDrawn="1"/>
        </p:nvCxnSpPr>
        <p:spPr>
          <a:xfrm flipH="1">
            <a:off x="4293704" y="351692"/>
            <a:ext cx="2378264" cy="0"/>
          </a:xfrm>
          <a:prstGeom prst="line">
            <a:avLst/>
          </a:prstGeom>
          <a:ln w="76200">
            <a:solidFill>
              <a:srgbClr val="101024"/>
            </a:solidFill>
            <a:prstDash val="sysDot"/>
          </a:ln>
        </p:spPr>
        <p:style>
          <a:lnRef idx="1">
            <a:schemeClr val="accent1"/>
          </a:lnRef>
          <a:fillRef idx="0">
            <a:schemeClr val="accent1"/>
          </a:fillRef>
          <a:effectRef idx="0">
            <a:schemeClr val="accent1"/>
          </a:effectRef>
          <a:fontRef idx="minor">
            <a:schemeClr val="tx1"/>
          </a:fontRef>
        </p:style>
      </p:cxnSp>
      <p:sp>
        <p:nvSpPr>
          <p:cNvPr id="18" name="Espace réservé du texte 9">
            <a:extLst>
              <a:ext uri="{FF2B5EF4-FFF2-40B4-BE49-F238E27FC236}">
                <a16:creationId xmlns:a16="http://schemas.microsoft.com/office/drawing/2014/main" id="{3D71D393-B19C-568D-A5E8-D509F8F7DB73}"/>
              </a:ext>
            </a:extLst>
          </p:cNvPr>
          <p:cNvSpPr>
            <a:spLocks noGrp="1"/>
          </p:cNvSpPr>
          <p:nvPr>
            <p:ph type="body" sz="quarter" idx="14" hasCustomPrompt="1"/>
          </p:nvPr>
        </p:nvSpPr>
        <p:spPr>
          <a:xfrm>
            <a:off x="457199" y="1720479"/>
            <a:ext cx="5926845" cy="261342"/>
          </a:xfrm>
          <a:prstGeom prst="rect">
            <a:avLst/>
          </a:prstGeom>
        </p:spPr>
        <p:txBody>
          <a:bodyPr/>
          <a:lstStyle>
            <a:lvl1pPr>
              <a:defRPr sz="1200">
                <a:solidFill>
                  <a:srgbClr val="101024"/>
                </a:solidFill>
                <a:latin typeface="+mj-lt"/>
              </a:defRPr>
            </a:lvl1pPr>
          </a:lstStyle>
          <a:p>
            <a:pPr lvl="0"/>
            <a:r>
              <a:rPr lang="fr-FR" dirty="0"/>
              <a:t>[  STYLE DE TITRE 3 ]</a:t>
            </a:r>
          </a:p>
        </p:txBody>
      </p:sp>
      <p:sp>
        <p:nvSpPr>
          <p:cNvPr id="19" name="Espace réservé du texte 9">
            <a:extLst>
              <a:ext uri="{FF2B5EF4-FFF2-40B4-BE49-F238E27FC236}">
                <a16:creationId xmlns:a16="http://schemas.microsoft.com/office/drawing/2014/main" id="{AF1DD6A0-4717-BCD2-1960-1D15764FE668}"/>
              </a:ext>
            </a:extLst>
          </p:cNvPr>
          <p:cNvSpPr>
            <a:spLocks noGrp="1"/>
          </p:cNvSpPr>
          <p:nvPr>
            <p:ph type="body" sz="quarter" idx="16" hasCustomPrompt="1"/>
          </p:nvPr>
        </p:nvSpPr>
        <p:spPr>
          <a:xfrm>
            <a:off x="1" y="1078409"/>
            <a:ext cx="6384044" cy="285312"/>
          </a:xfrm>
          <a:prstGeom prst="rect">
            <a:avLst/>
          </a:prstGeom>
        </p:spPr>
        <p:txBody>
          <a:bodyPr/>
          <a:lstStyle>
            <a:lvl1pPr algn="r">
              <a:defRPr sz="1400" b="1">
                <a:solidFill>
                  <a:srgbClr val="101024"/>
                </a:solidFill>
                <a:latin typeface="+mj-lt"/>
              </a:defRPr>
            </a:lvl1pPr>
          </a:lstStyle>
          <a:p>
            <a:pPr lvl="0"/>
            <a:r>
              <a:rPr lang="fr-FR" dirty="0"/>
              <a:t>[  STYLE DE TITRE 2 ]</a:t>
            </a:r>
          </a:p>
        </p:txBody>
      </p:sp>
      <p:cxnSp>
        <p:nvCxnSpPr>
          <p:cNvPr id="21" name="Connecteur droit 20">
            <a:extLst>
              <a:ext uri="{FF2B5EF4-FFF2-40B4-BE49-F238E27FC236}">
                <a16:creationId xmlns:a16="http://schemas.microsoft.com/office/drawing/2014/main" id="{DB27D324-AEDD-7540-4D76-D1B11B36DB4F}"/>
              </a:ext>
            </a:extLst>
          </p:cNvPr>
          <p:cNvCxnSpPr/>
          <p:nvPr userDrawn="1"/>
        </p:nvCxnSpPr>
        <p:spPr>
          <a:xfrm flipH="1">
            <a:off x="-1" y="1524000"/>
            <a:ext cx="5600701" cy="0"/>
          </a:xfrm>
          <a:prstGeom prst="line">
            <a:avLst/>
          </a:prstGeom>
          <a:ln w="381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20" name="Espace réservé du texte 2">
            <a:extLst>
              <a:ext uri="{FF2B5EF4-FFF2-40B4-BE49-F238E27FC236}">
                <a16:creationId xmlns:a16="http://schemas.microsoft.com/office/drawing/2014/main" id="{A4040583-EFA1-B599-7AE9-CBE390D7C0E5}"/>
              </a:ext>
            </a:extLst>
          </p:cNvPr>
          <p:cNvSpPr>
            <a:spLocks noGrp="1"/>
          </p:cNvSpPr>
          <p:nvPr>
            <p:ph type="body" sz="quarter" idx="15" hasCustomPrompt="1"/>
          </p:nvPr>
        </p:nvSpPr>
        <p:spPr>
          <a:xfrm>
            <a:off x="450850" y="2178298"/>
            <a:ext cx="5933195" cy="3836607"/>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a:t>
            </a:r>
          </a:p>
          <a:p>
            <a:pPr marL="0" indent="0" algn="l">
              <a:lnSpc>
                <a:spcPct val="100000"/>
              </a:lnSpc>
              <a:buFont typeface="Arial" panose="020B0604020202020204" pitchFamily="34" charset="0"/>
              <a:buNone/>
            </a:pPr>
            <a:r>
              <a:rPr lang="fr-FR" sz="1100" dirty="0">
                <a:solidFill>
                  <a:srgbClr val="101024"/>
                </a:solidFill>
                <a:latin typeface="+mj-lt"/>
              </a:rPr>
              <a:t>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lnSpc>
                <a:spcPct val="100000"/>
              </a:lnSpc>
            </a:pPr>
            <a:r>
              <a:rPr lang="fr-FR" sz="1100" dirty="0">
                <a:solidFill>
                  <a:srgbClr val="101024"/>
                </a:solidFill>
                <a:latin typeface="+mj-lt"/>
              </a:rPr>
              <a:t>Style de liste :</a:t>
            </a:r>
          </a:p>
          <a:p>
            <a:pPr marL="628650" lvl="1" indent="-171450">
              <a:lnSpc>
                <a:spcPct val="100000"/>
              </a:lnSpc>
              <a:buFont typeface="Arial" panose="020B0604020202020204" pitchFamily="34" charset="0"/>
              <a:buChar char="•"/>
            </a:pPr>
            <a:r>
              <a:rPr lang="fr-FR" sz="1100" dirty="0">
                <a:solidFill>
                  <a:srgbClr val="101024"/>
                </a:solidFill>
                <a:latin typeface="+mj-lt"/>
              </a:rPr>
              <a:t>Point 1</a:t>
            </a:r>
          </a:p>
          <a:p>
            <a:pPr marL="628650" lvl="1" indent="-171450">
              <a:lnSpc>
                <a:spcPct val="100000"/>
              </a:lnSpc>
              <a:buFont typeface="Arial" panose="020B0604020202020204" pitchFamily="34" charset="0"/>
              <a:buChar char="•"/>
            </a:pPr>
            <a:r>
              <a:rPr lang="fr-FR" sz="1100" dirty="0">
                <a:solidFill>
                  <a:srgbClr val="101024"/>
                </a:solidFill>
                <a:latin typeface="+mj-lt"/>
              </a:rPr>
              <a:t>Point 2</a:t>
            </a:r>
          </a:p>
          <a:p>
            <a:pPr marL="628650" lvl="1" indent="-171450">
              <a:lnSpc>
                <a:spcPct val="100000"/>
              </a:lnSpc>
              <a:buFont typeface="Arial" panose="020B0604020202020204" pitchFamily="34" charset="0"/>
              <a:buChar char="•"/>
            </a:pPr>
            <a:r>
              <a:rPr lang="fr-FR" sz="1100" dirty="0">
                <a:solidFill>
                  <a:srgbClr val="101024"/>
                </a:solidFill>
                <a:latin typeface="+mj-lt"/>
              </a:rPr>
              <a:t>Point 3</a:t>
            </a:r>
          </a:p>
          <a:p>
            <a:pPr lvl="0"/>
            <a:endParaRPr lang="fr-FR" dirty="0"/>
          </a:p>
        </p:txBody>
      </p:sp>
      <p:sp>
        <p:nvSpPr>
          <p:cNvPr id="23" name="Espace réservé du texte 3">
            <a:extLst>
              <a:ext uri="{FF2B5EF4-FFF2-40B4-BE49-F238E27FC236}">
                <a16:creationId xmlns:a16="http://schemas.microsoft.com/office/drawing/2014/main" id="{F49C0FF4-02AF-74A6-3A07-E419785EEB55}"/>
              </a:ext>
            </a:extLst>
          </p:cNvPr>
          <p:cNvSpPr>
            <a:spLocks noGrp="1"/>
          </p:cNvSpPr>
          <p:nvPr>
            <p:ph type="body" sz="quarter" idx="17" hasCustomPrompt="1"/>
          </p:nvPr>
        </p:nvSpPr>
        <p:spPr>
          <a:xfrm>
            <a:off x="6834895" y="2635534"/>
            <a:ext cx="2141325" cy="1574077"/>
          </a:xfrm>
          <a:prstGeom prst="rect">
            <a:avLst/>
          </a:prstGeom>
        </p:spPr>
        <p:txBody>
          <a:bodyPr/>
          <a:lstStyle>
            <a:lvl1pPr>
              <a:defRPr sz="15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A SAVOIR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Lo</a:t>
            </a:r>
            <a:r>
              <a:rPr lang="fr-FR" sz="1400" dirty="0">
                <a:solidFill>
                  <a:schemeClr val="bg1"/>
                </a:solidFill>
                <a:latin typeface="+mj-lt"/>
              </a:rPr>
              <a:t> Lorem ipsum dolor </a:t>
            </a:r>
            <a:r>
              <a:rPr lang="fr-FR" sz="1400" dirty="0" err="1">
                <a:solidFill>
                  <a:schemeClr val="bg1"/>
                </a:solidFill>
                <a:latin typeface="+mj-lt"/>
              </a:rPr>
              <a:t>sit</a:t>
            </a:r>
            <a:r>
              <a:rPr lang="fr-FR" sz="1400" dirty="0">
                <a:solidFill>
                  <a:schemeClr val="bg1"/>
                </a:solidFill>
                <a:latin typeface="+mj-lt"/>
              </a:rPr>
              <a:t> </a:t>
            </a:r>
            <a:r>
              <a:rPr lang="fr-FR" sz="1400" dirty="0" err="1">
                <a:solidFill>
                  <a:schemeClr val="bg1"/>
                </a:solidFill>
                <a:latin typeface="+mj-lt"/>
              </a:rPr>
              <a:t>amet</a:t>
            </a:r>
            <a:r>
              <a:rPr lang="fr-FR" sz="1400" dirty="0">
                <a:solidFill>
                  <a:schemeClr val="bg1"/>
                </a:solidFill>
                <a:latin typeface="+mj-lt"/>
              </a:rPr>
              <a:t>, consectetur adipiscing </a:t>
            </a:r>
            <a:r>
              <a:rPr lang="fr-FR" sz="1400" dirty="0" err="1">
                <a:solidFill>
                  <a:schemeClr val="bg1"/>
                </a:solidFill>
                <a:latin typeface="+mj-lt"/>
              </a:rPr>
              <a:t>elit</a:t>
            </a:r>
            <a:r>
              <a:rPr lang="fr-FR" sz="1400" dirty="0">
                <a:solidFill>
                  <a:schemeClr val="bg1"/>
                </a:solidFill>
                <a:latin typeface="+mj-lt"/>
              </a:rPr>
              <a:t>. Nam sodales </a:t>
            </a:r>
            <a:r>
              <a:rPr lang="fr-FR" sz="1400" dirty="0" err="1">
                <a:solidFill>
                  <a:schemeClr val="bg1"/>
                </a:solidFill>
                <a:latin typeface="+mj-lt"/>
              </a:rPr>
              <a:t>lacus</a:t>
            </a:r>
            <a:r>
              <a:rPr lang="fr-FR" sz="1400" dirty="0">
                <a:solidFill>
                  <a:schemeClr val="bg1"/>
                </a:solidFill>
                <a:latin typeface="+mj-lt"/>
              </a:rPr>
              <a:t> nec </a:t>
            </a:r>
            <a:r>
              <a:rPr lang="fr-FR" sz="1400" dirty="0" err="1">
                <a:solidFill>
                  <a:schemeClr val="bg1"/>
                </a:solidFill>
                <a:latin typeface="+mj-lt"/>
              </a:rPr>
              <a:t>ligula</a:t>
            </a:r>
            <a:r>
              <a:rPr lang="fr-FR" sz="1400" dirty="0">
                <a:solidFill>
                  <a:schemeClr val="bg1"/>
                </a:solidFill>
                <a:latin typeface="+mj-lt"/>
              </a:rPr>
              <a:t> rhoncus </a:t>
            </a:r>
            <a:r>
              <a:rPr lang="fr-FR" sz="1400" dirty="0" err="1">
                <a:solidFill>
                  <a:schemeClr val="bg1"/>
                </a:solidFill>
                <a:latin typeface="+mj-lt"/>
              </a:rPr>
              <a:t>iaculis</a:t>
            </a:r>
            <a:r>
              <a:rPr lang="fr-FR" sz="1400" dirty="0">
                <a:solidFill>
                  <a:schemeClr val="bg1"/>
                </a:solidFill>
                <a:latin typeface="+mj-lt"/>
              </a:rPr>
              <a:t>. </a:t>
            </a:r>
          </a:p>
          <a:p>
            <a:pPr lvl="0"/>
            <a:endParaRPr lang="fr-FR" dirty="0"/>
          </a:p>
        </p:txBody>
      </p:sp>
    </p:spTree>
    <p:extLst>
      <p:ext uri="{BB962C8B-B14F-4D97-AF65-F5344CB8AC3E}">
        <p14:creationId xmlns:p14="http://schemas.microsoft.com/office/powerpoint/2010/main" val="1363459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 Page de cours Titre 3 + A savoir">
    <p:spTree>
      <p:nvGrpSpPr>
        <p:cNvPr id="1" name=""/>
        <p:cNvGrpSpPr/>
        <p:nvPr/>
      </p:nvGrpSpPr>
      <p:grpSpPr>
        <a:xfrm>
          <a:off x="0" y="0"/>
          <a:ext cx="0" cy="0"/>
          <a:chOff x="0" y="0"/>
          <a:chExt cx="0" cy="0"/>
        </a:xfrm>
      </p:grpSpPr>
      <p:sp>
        <p:nvSpPr>
          <p:cNvPr id="29" name="Rectangle 28"/>
          <p:cNvSpPr/>
          <p:nvPr userDrawn="1"/>
        </p:nvSpPr>
        <p:spPr>
          <a:xfrm>
            <a:off x="0" y="0"/>
            <a:ext cx="6671968"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p:cNvSpPr/>
          <p:nvPr userDrawn="1"/>
        </p:nvSpPr>
        <p:spPr>
          <a:xfrm rot="16200000">
            <a:off x="4670399" y="2004085"/>
            <a:ext cx="6488719" cy="24805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7" name="Image 66"/>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6671968" y="1892980"/>
            <a:ext cx="1437905" cy="524197"/>
          </a:xfrm>
          <a:prstGeom prst="rect">
            <a:avLst/>
          </a:prstGeom>
          <a:noFill/>
        </p:spPr>
      </p:pic>
      <p:sp>
        <p:nvSpPr>
          <p:cNvPr id="24" name="Rectangle 2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2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2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Franklin Gothic Book" panose="020B0503020102020204" pitchFamily="34" charset="0"/>
              </a:defRPr>
            </a:lvl1pPr>
          </a:lstStyle>
          <a:p>
            <a:fld id="{07C4DFEA-AAE8-4403-B42D-53C3950B26E2}" type="slidenum">
              <a:rPr lang="fr-FR" smtClean="0"/>
              <a:pPr/>
              <a:t>‹N°›</a:t>
            </a:fld>
            <a:endParaRPr lang="fr-FR" dirty="0"/>
          </a:p>
        </p:txBody>
      </p:sp>
      <p:sp>
        <p:nvSpPr>
          <p:cNvPr id="2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a:t>www.doranco.fr | 01 55 25 28 00</a:t>
            </a:r>
            <a:endParaRPr lang="fr-FR" dirty="0"/>
          </a:p>
        </p:txBody>
      </p:sp>
      <p:sp>
        <p:nvSpPr>
          <p:cNvPr id="13" name="Espace réservé du texte 9">
            <a:extLst>
              <a:ext uri="{FF2B5EF4-FFF2-40B4-BE49-F238E27FC236}">
                <a16:creationId xmlns:a16="http://schemas.microsoft.com/office/drawing/2014/main" id="{8B83A7B8-8CA0-C6DC-FFE1-2228D9248B4B}"/>
              </a:ext>
            </a:extLst>
          </p:cNvPr>
          <p:cNvSpPr>
            <a:spLocks noGrp="1"/>
          </p:cNvSpPr>
          <p:nvPr>
            <p:ph type="body" sz="quarter" idx="14" hasCustomPrompt="1"/>
          </p:nvPr>
        </p:nvSpPr>
        <p:spPr>
          <a:xfrm>
            <a:off x="457199" y="762574"/>
            <a:ext cx="5926845" cy="261342"/>
          </a:xfrm>
          <a:prstGeom prst="rect">
            <a:avLst/>
          </a:prstGeom>
        </p:spPr>
        <p:txBody>
          <a:bodyPr/>
          <a:lstStyle>
            <a:lvl1pPr>
              <a:defRPr sz="1200">
                <a:solidFill>
                  <a:srgbClr val="101024"/>
                </a:solidFill>
                <a:latin typeface="+mj-lt"/>
              </a:defRPr>
            </a:lvl1pPr>
          </a:lstStyle>
          <a:p>
            <a:pPr lvl="0"/>
            <a:r>
              <a:rPr lang="fr-FR" dirty="0"/>
              <a:t>[  STYLE DE TITRE 3 ]</a:t>
            </a:r>
          </a:p>
        </p:txBody>
      </p:sp>
      <p:cxnSp>
        <p:nvCxnSpPr>
          <p:cNvPr id="14" name="Connecteur droit 13">
            <a:extLst>
              <a:ext uri="{FF2B5EF4-FFF2-40B4-BE49-F238E27FC236}">
                <a16:creationId xmlns:a16="http://schemas.microsoft.com/office/drawing/2014/main" id="{0D4AD935-E15D-18CD-D7A0-193394EEF21D}"/>
              </a:ext>
            </a:extLst>
          </p:cNvPr>
          <p:cNvCxnSpPr/>
          <p:nvPr userDrawn="1"/>
        </p:nvCxnSpPr>
        <p:spPr>
          <a:xfrm flipH="1">
            <a:off x="-16779" y="410415"/>
            <a:ext cx="4689834"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15" name="Espace réservé du texte 2">
            <a:extLst>
              <a:ext uri="{FF2B5EF4-FFF2-40B4-BE49-F238E27FC236}">
                <a16:creationId xmlns:a16="http://schemas.microsoft.com/office/drawing/2014/main" id="{5433AB37-42D1-2257-1D5E-E6D0ADEA2CC5}"/>
              </a:ext>
            </a:extLst>
          </p:cNvPr>
          <p:cNvSpPr>
            <a:spLocks noGrp="1"/>
          </p:cNvSpPr>
          <p:nvPr>
            <p:ph type="body" sz="quarter" idx="15" hasCustomPrompt="1"/>
          </p:nvPr>
        </p:nvSpPr>
        <p:spPr>
          <a:xfrm>
            <a:off x="450850" y="1241576"/>
            <a:ext cx="5933195" cy="4773330"/>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p>
          <a:p>
            <a:pPr marL="0" indent="0" algn="l">
              <a:lnSpc>
                <a:spcPct val="100000"/>
              </a:lnSpc>
              <a:buFont typeface="Arial" panose="020B0604020202020204" pitchFamily="34" charset="0"/>
              <a:buNone/>
            </a:pP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a:t>
            </a:r>
          </a:p>
          <a:p>
            <a:pPr marL="0" indent="0" algn="l">
              <a:lnSpc>
                <a:spcPct val="100000"/>
              </a:lnSpc>
              <a:buFont typeface="Arial" panose="020B0604020202020204" pitchFamily="34" charset="0"/>
              <a:buNone/>
            </a:pPr>
            <a:r>
              <a:rPr lang="fr-FR" sz="1100" dirty="0">
                <a:solidFill>
                  <a:srgbClr val="101024"/>
                </a:solidFill>
                <a:latin typeface="+mj-lt"/>
              </a:rPr>
              <a:t>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lnSpc>
                <a:spcPct val="100000"/>
              </a:lnSpc>
            </a:pPr>
            <a:r>
              <a:rPr lang="fr-FR" sz="1100" dirty="0">
                <a:solidFill>
                  <a:srgbClr val="101024"/>
                </a:solidFill>
                <a:latin typeface="+mj-lt"/>
              </a:rPr>
              <a:t>Style de liste :</a:t>
            </a:r>
          </a:p>
          <a:p>
            <a:pPr marL="628650" lvl="1" indent="-171450">
              <a:lnSpc>
                <a:spcPct val="100000"/>
              </a:lnSpc>
              <a:buFont typeface="Arial" panose="020B0604020202020204" pitchFamily="34" charset="0"/>
              <a:buChar char="•"/>
            </a:pPr>
            <a:r>
              <a:rPr lang="fr-FR" sz="1100" dirty="0">
                <a:solidFill>
                  <a:srgbClr val="101024"/>
                </a:solidFill>
                <a:latin typeface="+mj-lt"/>
              </a:rPr>
              <a:t>Point 1</a:t>
            </a:r>
          </a:p>
          <a:p>
            <a:pPr marL="628650" lvl="1" indent="-171450">
              <a:lnSpc>
                <a:spcPct val="100000"/>
              </a:lnSpc>
              <a:buFont typeface="Arial" panose="020B0604020202020204" pitchFamily="34" charset="0"/>
              <a:buChar char="•"/>
            </a:pPr>
            <a:r>
              <a:rPr lang="fr-FR" sz="1100" dirty="0">
                <a:solidFill>
                  <a:srgbClr val="101024"/>
                </a:solidFill>
                <a:latin typeface="+mj-lt"/>
              </a:rPr>
              <a:t>Point 2</a:t>
            </a:r>
          </a:p>
          <a:p>
            <a:pPr marL="628650" lvl="1" indent="-171450">
              <a:lnSpc>
                <a:spcPct val="100000"/>
              </a:lnSpc>
              <a:buFont typeface="Arial" panose="020B0604020202020204" pitchFamily="34" charset="0"/>
              <a:buChar char="•"/>
            </a:pPr>
            <a:r>
              <a:rPr lang="fr-FR" sz="1100" dirty="0">
                <a:solidFill>
                  <a:srgbClr val="101024"/>
                </a:solidFill>
                <a:latin typeface="+mj-lt"/>
              </a:rPr>
              <a:t>Point 3</a:t>
            </a:r>
          </a:p>
          <a:p>
            <a:pPr lvl="0"/>
            <a:endParaRPr lang="fr-FR" dirty="0"/>
          </a:p>
        </p:txBody>
      </p:sp>
      <p:sp>
        <p:nvSpPr>
          <p:cNvPr id="16" name="Espace réservé du texte 3">
            <a:extLst>
              <a:ext uri="{FF2B5EF4-FFF2-40B4-BE49-F238E27FC236}">
                <a16:creationId xmlns:a16="http://schemas.microsoft.com/office/drawing/2014/main" id="{558B79DC-CD02-7E7A-8DFD-AB01B0E28534}"/>
              </a:ext>
            </a:extLst>
          </p:cNvPr>
          <p:cNvSpPr>
            <a:spLocks noGrp="1"/>
          </p:cNvSpPr>
          <p:nvPr>
            <p:ph type="body" sz="quarter" idx="17" hasCustomPrompt="1"/>
          </p:nvPr>
        </p:nvSpPr>
        <p:spPr>
          <a:xfrm>
            <a:off x="6834895" y="2635534"/>
            <a:ext cx="2141325" cy="2699864"/>
          </a:xfrm>
          <a:prstGeom prst="rect">
            <a:avLst/>
          </a:prstGeom>
        </p:spPr>
        <p:txBody>
          <a:bodyPr/>
          <a:lstStyle>
            <a:lvl1pPr>
              <a:defRPr sz="15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A SAVOIR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400" baseline="0" dirty="0">
                <a:solidFill>
                  <a:schemeClr val="bg1"/>
                </a:solidFill>
                <a:latin typeface="+mj-lt"/>
              </a:rPr>
              <a:t>Lo</a:t>
            </a:r>
            <a:r>
              <a:rPr lang="fr-FR" sz="1400" dirty="0">
                <a:solidFill>
                  <a:schemeClr val="bg1"/>
                </a:solidFill>
                <a:latin typeface="+mj-lt"/>
              </a:rPr>
              <a:t> Lorem ipsum dolor </a:t>
            </a:r>
            <a:r>
              <a:rPr lang="fr-FR" sz="1400" dirty="0" err="1">
                <a:solidFill>
                  <a:schemeClr val="bg1"/>
                </a:solidFill>
                <a:latin typeface="+mj-lt"/>
              </a:rPr>
              <a:t>sit</a:t>
            </a:r>
            <a:r>
              <a:rPr lang="fr-FR" sz="1400" dirty="0">
                <a:solidFill>
                  <a:schemeClr val="bg1"/>
                </a:solidFill>
                <a:latin typeface="+mj-lt"/>
              </a:rPr>
              <a:t> </a:t>
            </a:r>
            <a:r>
              <a:rPr lang="fr-FR" sz="1400" dirty="0" err="1">
                <a:solidFill>
                  <a:schemeClr val="bg1"/>
                </a:solidFill>
                <a:latin typeface="+mj-lt"/>
              </a:rPr>
              <a:t>amet</a:t>
            </a:r>
            <a:r>
              <a:rPr lang="fr-FR" sz="1400" dirty="0">
                <a:solidFill>
                  <a:schemeClr val="bg1"/>
                </a:solidFill>
                <a:latin typeface="+mj-lt"/>
              </a:rPr>
              <a:t>, consectetur adipiscing </a:t>
            </a:r>
            <a:r>
              <a:rPr lang="fr-FR" sz="1400" dirty="0" err="1">
                <a:solidFill>
                  <a:schemeClr val="bg1"/>
                </a:solidFill>
                <a:latin typeface="+mj-lt"/>
              </a:rPr>
              <a:t>elit</a:t>
            </a:r>
            <a:r>
              <a:rPr lang="fr-FR" sz="1400" dirty="0">
                <a:solidFill>
                  <a:schemeClr val="bg1"/>
                </a:solidFill>
                <a:latin typeface="+mj-lt"/>
              </a:rPr>
              <a:t>. Nam sodales </a:t>
            </a:r>
            <a:r>
              <a:rPr lang="fr-FR" sz="1400" dirty="0" err="1">
                <a:solidFill>
                  <a:schemeClr val="bg1"/>
                </a:solidFill>
                <a:latin typeface="+mj-lt"/>
              </a:rPr>
              <a:t>lacus</a:t>
            </a:r>
            <a:r>
              <a:rPr lang="fr-FR" sz="1400" dirty="0">
                <a:solidFill>
                  <a:schemeClr val="bg1"/>
                </a:solidFill>
                <a:latin typeface="+mj-lt"/>
              </a:rPr>
              <a:t> nec </a:t>
            </a:r>
            <a:r>
              <a:rPr lang="fr-FR" sz="1400" dirty="0" err="1">
                <a:solidFill>
                  <a:schemeClr val="bg1"/>
                </a:solidFill>
                <a:latin typeface="+mj-lt"/>
              </a:rPr>
              <a:t>ligula</a:t>
            </a:r>
            <a:r>
              <a:rPr lang="fr-FR" sz="1400" dirty="0">
                <a:solidFill>
                  <a:schemeClr val="bg1"/>
                </a:solidFill>
                <a:latin typeface="+mj-lt"/>
              </a:rPr>
              <a:t> rhoncus </a:t>
            </a:r>
            <a:r>
              <a:rPr lang="fr-FR" sz="1400" dirty="0" err="1">
                <a:solidFill>
                  <a:schemeClr val="bg1"/>
                </a:solidFill>
                <a:latin typeface="+mj-lt"/>
              </a:rPr>
              <a:t>iaculis</a:t>
            </a:r>
            <a:r>
              <a:rPr lang="fr-FR" sz="1400" dirty="0">
                <a:solidFill>
                  <a:schemeClr val="bg1"/>
                </a:solidFill>
                <a:latin typeface="+mj-lt"/>
              </a:rPr>
              <a:t>. </a:t>
            </a:r>
          </a:p>
          <a:p>
            <a:pPr lvl="0"/>
            <a:endParaRPr lang="fr-FR" dirty="0"/>
          </a:p>
        </p:txBody>
      </p:sp>
    </p:spTree>
    <p:extLst>
      <p:ext uri="{BB962C8B-B14F-4D97-AF65-F5344CB8AC3E}">
        <p14:creationId xmlns:p14="http://schemas.microsoft.com/office/powerpoint/2010/main" val="2663613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2" name="Rectangle 21"/>
          <p:cNvSpPr/>
          <p:nvPr userDrawn="1"/>
        </p:nvSpPr>
        <p:spPr>
          <a:xfrm>
            <a:off x="-3628" y="0"/>
            <a:ext cx="3148590"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7" name="Espace réservé du texte 2"/>
          <p:cNvSpPr txBox="1">
            <a:spLocks/>
          </p:cNvSpPr>
          <p:nvPr userDrawn="1"/>
        </p:nvSpPr>
        <p:spPr>
          <a:xfrm>
            <a:off x="306576" y="3889488"/>
            <a:ext cx="2605490" cy="22441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lnSpc>
                <a:spcPct val="100000"/>
              </a:lnSpc>
              <a:buFont typeface="Arial" panose="020B0604020202020204" pitchFamily="34" charset="0"/>
              <a:buChar char="•"/>
            </a:pPr>
            <a:r>
              <a:rPr lang="fr-FR" sz="1200" dirty="0">
                <a:solidFill>
                  <a:srgbClr val="101024"/>
                </a:solidFill>
                <a:latin typeface="+mj-lt"/>
              </a:rPr>
              <a:t>Point 1</a:t>
            </a:r>
          </a:p>
          <a:p>
            <a:pPr marL="171450" lvl="0" indent="-171450">
              <a:lnSpc>
                <a:spcPct val="100000"/>
              </a:lnSpc>
              <a:buFont typeface="Arial" panose="020B0604020202020204" pitchFamily="34" charset="0"/>
              <a:buChar char="•"/>
            </a:pPr>
            <a:r>
              <a:rPr lang="fr-FR" sz="1200" dirty="0">
                <a:solidFill>
                  <a:srgbClr val="101024"/>
                </a:solidFill>
                <a:latin typeface="+mj-lt"/>
              </a:rPr>
              <a:t>Point 2</a:t>
            </a:r>
          </a:p>
          <a:p>
            <a:pPr marL="171450" lvl="0" indent="-171450">
              <a:lnSpc>
                <a:spcPct val="100000"/>
              </a:lnSpc>
              <a:buFont typeface="Arial" panose="020B0604020202020204" pitchFamily="34" charset="0"/>
              <a:buChar char="•"/>
            </a:pPr>
            <a:r>
              <a:rPr lang="fr-FR" sz="1200" dirty="0">
                <a:solidFill>
                  <a:srgbClr val="101024"/>
                </a:solidFill>
                <a:latin typeface="+mj-lt"/>
              </a:rPr>
              <a:t>Point 3</a:t>
            </a:r>
          </a:p>
        </p:txBody>
      </p:sp>
      <p:sp>
        <p:nvSpPr>
          <p:cNvPr id="23" name="Rectangle 22"/>
          <p:cNvSpPr/>
          <p:nvPr userDrawn="1"/>
        </p:nvSpPr>
        <p:spPr>
          <a:xfrm>
            <a:off x="3120744" y="0"/>
            <a:ext cx="6044762"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du titre 1"/>
          <p:cNvSpPr txBox="1">
            <a:spLocks/>
          </p:cNvSpPr>
          <p:nvPr userDrawn="1"/>
        </p:nvSpPr>
        <p:spPr>
          <a:xfrm>
            <a:off x="3430948" y="1093428"/>
            <a:ext cx="42744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chemeClr val="bg1"/>
                </a:solidFill>
                <a:latin typeface="+mj-lt"/>
              </a:rPr>
              <a:t>À VOUS DE JOUER</a:t>
            </a:r>
            <a:r>
              <a:rPr lang="fr-FR" sz="1400" spc="0" baseline="0" dirty="0">
                <a:solidFill>
                  <a:schemeClr val="bg1"/>
                </a:solidFill>
                <a:latin typeface="+mj-lt"/>
              </a:rPr>
              <a:t> !</a:t>
            </a:r>
            <a:endParaRPr lang="fr-FR" sz="1400" spc="0" dirty="0">
              <a:solidFill>
                <a:schemeClr val="bg1"/>
              </a:solidFill>
              <a:latin typeface="+mj-lt"/>
            </a:endParaRPr>
          </a:p>
        </p:txBody>
      </p:sp>
      <p:sp>
        <p:nvSpPr>
          <p:cNvPr id="27" name="Espace réservé du texte 2"/>
          <p:cNvSpPr>
            <a:spLocks noGrp="1"/>
          </p:cNvSpPr>
          <p:nvPr>
            <p:ph idx="1" hasCustomPrompt="1"/>
          </p:nvPr>
        </p:nvSpPr>
        <p:spPr>
          <a:xfrm>
            <a:off x="3449583" y="1646750"/>
            <a:ext cx="5485738" cy="3878649"/>
          </a:xfrm>
          <a:prstGeom prst="rect">
            <a:avLst/>
          </a:prstGeom>
        </p:spPr>
        <p:txBody>
          <a:bodyPr vert="horz" lIns="91440" tIns="45720" rIns="91440" bIns="45720" rtlCol="0">
            <a:normAutofit/>
          </a:bodyPr>
          <a:lstStyle>
            <a:lvl1pPr>
              <a:defRPr sz="1400" b="1">
                <a:solidFill>
                  <a:schemeClr val="bg1"/>
                </a:solidFill>
                <a:latin typeface="+mj-lt"/>
              </a:defRPr>
            </a:lvl1pPr>
            <a:lvl2pPr marL="457200" indent="0">
              <a:buFont typeface="Arial" panose="020B0604020202020204" pitchFamily="34" charset="0"/>
              <a:buNone/>
              <a:defRPr sz="1400" b="1">
                <a:solidFill>
                  <a:schemeClr val="bg1"/>
                </a:solidFill>
                <a:latin typeface="Franklin Gothic Book" panose="020B0503020102020204" pitchFamily="34" charset="0"/>
              </a:defRPr>
            </a:lvl2pPr>
          </a:lstStyle>
          <a:p>
            <a:pPr lvl="0"/>
            <a:r>
              <a:rPr lang="fr-FR" dirty="0"/>
              <a:t>Question 1 ?</a:t>
            </a:r>
          </a:p>
          <a:p>
            <a:pPr lvl="0"/>
            <a:endParaRPr lang="fr-FR" dirty="0"/>
          </a:p>
          <a:p>
            <a:pPr lvl="0"/>
            <a:r>
              <a:rPr lang="fr-FR" dirty="0"/>
              <a:t>Question 2 ?</a:t>
            </a:r>
          </a:p>
          <a:p>
            <a:pPr lvl="1"/>
            <a:endParaRPr lang="fr-FR" dirty="0"/>
          </a:p>
          <a:p>
            <a:pPr lvl="0"/>
            <a:r>
              <a:rPr lang="fr-FR" dirty="0"/>
              <a:t>Question 3 ?</a:t>
            </a:r>
          </a:p>
          <a:p>
            <a:pPr lvl="1"/>
            <a:endParaRPr lang="fr-FR" dirty="0"/>
          </a:p>
          <a:p>
            <a:pPr lvl="0"/>
            <a:r>
              <a:rPr lang="fr-FR" dirty="0"/>
              <a:t>Question 4 ?</a:t>
            </a:r>
          </a:p>
          <a:p>
            <a:pPr lvl="1"/>
            <a:endParaRPr lang="fr-FR" dirty="0"/>
          </a:p>
        </p:txBody>
      </p:sp>
      <p:sp>
        <p:nvSpPr>
          <p:cNvPr id="28" name="Espace réservé du titre 1"/>
          <p:cNvSpPr txBox="1">
            <a:spLocks/>
          </p:cNvSpPr>
          <p:nvPr userDrawn="1"/>
        </p:nvSpPr>
        <p:spPr>
          <a:xfrm>
            <a:off x="306576" y="866925"/>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CONSIGNES</a:t>
            </a:r>
          </a:p>
        </p:txBody>
      </p:sp>
      <p:sp>
        <p:nvSpPr>
          <p:cNvPr id="29" name="Espace réservé du titre 1"/>
          <p:cNvSpPr txBox="1">
            <a:spLocks/>
          </p:cNvSpPr>
          <p:nvPr userDrawn="1"/>
        </p:nvSpPr>
        <p:spPr>
          <a:xfrm>
            <a:off x="306576" y="3440346"/>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OBJECTIFS</a:t>
            </a:r>
          </a:p>
        </p:txBody>
      </p:sp>
      <p:sp>
        <p:nvSpPr>
          <p:cNvPr id="30" name="Espace réservé du texte 2"/>
          <p:cNvSpPr txBox="1">
            <a:spLocks/>
          </p:cNvSpPr>
          <p:nvPr userDrawn="1"/>
        </p:nvSpPr>
        <p:spPr>
          <a:xfrm>
            <a:off x="319806" y="1260857"/>
            <a:ext cx="2709214" cy="2303749"/>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buFont typeface="Arial" panose="020B0604020202020204" pitchFamily="34" charset="0"/>
              <a:buNone/>
            </a:pPr>
            <a:r>
              <a:rPr lang="fr-FR" sz="1400" dirty="0" err="1">
                <a:solidFill>
                  <a:srgbClr val="101024"/>
                </a:solidFill>
                <a:latin typeface="+mj-lt"/>
              </a:rPr>
              <a:t>Lorem</a:t>
            </a:r>
            <a:r>
              <a:rPr lang="fr-FR" sz="1400" dirty="0">
                <a:solidFill>
                  <a:srgbClr val="101024"/>
                </a:solidFill>
                <a:latin typeface="+mj-lt"/>
              </a:rPr>
              <a:t> </a:t>
            </a:r>
            <a:r>
              <a:rPr lang="fr-FR" sz="1400" dirty="0" err="1">
                <a:solidFill>
                  <a:srgbClr val="101024"/>
                </a:solidFill>
                <a:latin typeface="+mj-lt"/>
              </a:rPr>
              <a:t>ipsum</a:t>
            </a:r>
            <a:r>
              <a:rPr lang="fr-FR" sz="1400" dirty="0">
                <a:solidFill>
                  <a:srgbClr val="101024"/>
                </a:solidFill>
                <a:latin typeface="+mj-lt"/>
              </a:rPr>
              <a:t> </a:t>
            </a:r>
            <a:r>
              <a:rPr lang="fr-FR" sz="1400" dirty="0" err="1">
                <a:solidFill>
                  <a:srgbClr val="101024"/>
                </a:solidFill>
                <a:latin typeface="+mj-lt"/>
              </a:rPr>
              <a:t>dolor</a:t>
            </a:r>
            <a:r>
              <a:rPr lang="fr-FR" sz="1400" dirty="0">
                <a:solidFill>
                  <a:srgbClr val="101024"/>
                </a:solidFill>
                <a:latin typeface="+mj-lt"/>
              </a:rPr>
              <a:t> </a:t>
            </a:r>
            <a:r>
              <a:rPr lang="fr-FR" sz="1400" dirty="0" err="1">
                <a:solidFill>
                  <a:srgbClr val="101024"/>
                </a:solidFill>
                <a:latin typeface="+mj-lt"/>
              </a:rPr>
              <a:t>sit</a:t>
            </a:r>
            <a:r>
              <a:rPr lang="fr-FR" sz="1400" dirty="0">
                <a:solidFill>
                  <a:srgbClr val="101024"/>
                </a:solidFill>
                <a:latin typeface="+mj-lt"/>
              </a:rPr>
              <a:t> </a:t>
            </a:r>
            <a:r>
              <a:rPr lang="fr-FR" sz="1400" dirty="0" err="1">
                <a:solidFill>
                  <a:srgbClr val="101024"/>
                </a:solidFill>
                <a:latin typeface="+mj-lt"/>
              </a:rPr>
              <a:t>amet</a:t>
            </a:r>
            <a:r>
              <a:rPr lang="fr-FR" sz="1400" dirty="0">
                <a:solidFill>
                  <a:srgbClr val="101024"/>
                </a:solidFill>
                <a:latin typeface="+mj-lt"/>
              </a:rPr>
              <a:t>, </a:t>
            </a:r>
            <a:r>
              <a:rPr lang="fr-FR" sz="1400" dirty="0" err="1">
                <a:solidFill>
                  <a:srgbClr val="101024"/>
                </a:solidFill>
                <a:latin typeface="+mj-lt"/>
              </a:rPr>
              <a:t>consectetur</a:t>
            </a:r>
            <a:r>
              <a:rPr lang="fr-FR" sz="1400" dirty="0">
                <a:solidFill>
                  <a:srgbClr val="101024"/>
                </a:solidFill>
                <a:latin typeface="+mj-lt"/>
              </a:rPr>
              <a:t> </a:t>
            </a:r>
            <a:r>
              <a:rPr lang="fr-FR" sz="1400" dirty="0" err="1">
                <a:solidFill>
                  <a:srgbClr val="101024"/>
                </a:solidFill>
                <a:latin typeface="+mj-lt"/>
              </a:rPr>
              <a:t>adipiscing</a:t>
            </a:r>
            <a:r>
              <a:rPr lang="fr-FR" sz="1400" dirty="0">
                <a:solidFill>
                  <a:srgbClr val="101024"/>
                </a:solidFill>
                <a:latin typeface="+mj-lt"/>
              </a:rPr>
              <a:t> </a:t>
            </a:r>
            <a:r>
              <a:rPr lang="fr-FR" sz="1400" dirty="0" err="1">
                <a:solidFill>
                  <a:srgbClr val="101024"/>
                </a:solidFill>
                <a:latin typeface="+mj-lt"/>
              </a:rPr>
              <a:t>elit</a:t>
            </a:r>
            <a:r>
              <a:rPr lang="fr-FR" sz="1400" dirty="0">
                <a:solidFill>
                  <a:srgbClr val="101024"/>
                </a:solidFill>
                <a:latin typeface="+mj-lt"/>
              </a:rPr>
              <a:t>. Nam </a:t>
            </a:r>
            <a:r>
              <a:rPr lang="fr-FR" sz="1400" dirty="0" err="1">
                <a:solidFill>
                  <a:srgbClr val="101024"/>
                </a:solidFill>
                <a:latin typeface="+mj-lt"/>
              </a:rPr>
              <a:t>sodales</a:t>
            </a:r>
            <a:r>
              <a:rPr lang="fr-FR" sz="1400" dirty="0">
                <a:solidFill>
                  <a:srgbClr val="101024"/>
                </a:solidFill>
                <a:latin typeface="+mj-lt"/>
              </a:rPr>
              <a:t> </a:t>
            </a:r>
            <a:r>
              <a:rPr lang="fr-FR" sz="1400" dirty="0" err="1">
                <a:solidFill>
                  <a:srgbClr val="101024"/>
                </a:solidFill>
                <a:latin typeface="+mj-lt"/>
              </a:rPr>
              <a:t>lacus</a:t>
            </a:r>
            <a:r>
              <a:rPr lang="fr-FR" sz="1400" dirty="0">
                <a:solidFill>
                  <a:srgbClr val="101024"/>
                </a:solidFill>
                <a:latin typeface="+mj-lt"/>
              </a:rPr>
              <a:t> nec </a:t>
            </a:r>
            <a:r>
              <a:rPr lang="fr-FR" sz="1400" dirty="0" err="1">
                <a:solidFill>
                  <a:srgbClr val="101024"/>
                </a:solidFill>
                <a:latin typeface="+mj-lt"/>
              </a:rPr>
              <a:t>ligula</a:t>
            </a:r>
            <a:r>
              <a:rPr lang="fr-FR" sz="1400" dirty="0">
                <a:solidFill>
                  <a:srgbClr val="101024"/>
                </a:solidFill>
                <a:latin typeface="+mj-lt"/>
              </a:rPr>
              <a:t> </a:t>
            </a:r>
            <a:r>
              <a:rPr lang="fr-FR" sz="1400" dirty="0" err="1">
                <a:solidFill>
                  <a:srgbClr val="101024"/>
                </a:solidFill>
                <a:latin typeface="+mj-lt"/>
              </a:rPr>
              <a:t>rhoncus</a:t>
            </a:r>
            <a:r>
              <a:rPr lang="fr-FR" sz="1400" dirty="0">
                <a:solidFill>
                  <a:srgbClr val="101024"/>
                </a:solidFill>
                <a:latin typeface="+mj-lt"/>
              </a:rPr>
              <a:t> </a:t>
            </a:r>
            <a:r>
              <a:rPr lang="fr-FR" sz="1400" dirty="0" err="1">
                <a:solidFill>
                  <a:srgbClr val="101024"/>
                </a:solidFill>
                <a:latin typeface="+mj-lt"/>
              </a:rPr>
              <a:t>iaculis</a:t>
            </a:r>
            <a:r>
              <a:rPr lang="fr-FR" sz="1400" dirty="0">
                <a:solidFill>
                  <a:srgbClr val="101024"/>
                </a:solidFill>
                <a:latin typeface="+mj-lt"/>
              </a:rPr>
              <a:t>. </a:t>
            </a:r>
            <a:r>
              <a:rPr lang="fr-FR" sz="1400" dirty="0" err="1">
                <a:solidFill>
                  <a:srgbClr val="101024"/>
                </a:solidFill>
                <a:latin typeface="+mj-lt"/>
              </a:rPr>
              <a:t>Vestibulum</a:t>
            </a:r>
            <a:r>
              <a:rPr lang="fr-FR" sz="1400" dirty="0">
                <a:solidFill>
                  <a:srgbClr val="101024"/>
                </a:solidFill>
                <a:latin typeface="+mj-lt"/>
              </a:rPr>
              <a:t> </a:t>
            </a:r>
            <a:r>
              <a:rPr lang="fr-FR" sz="1400" dirty="0" err="1">
                <a:solidFill>
                  <a:srgbClr val="101024"/>
                </a:solidFill>
                <a:latin typeface="+mj-lt"/>
              </a:rPr>
              <a:t>pharetra</a:t>
            </a:r>
            <a:r>
              <a:rPr lang="fr-FR" sz="1400" dirty="0">
                <a:solidFill>
                  <a:srgbClr val="101024"/>
                </a:solidFill>
                <a:latin typeface="+mj-lt"/>
              </a:rPr>
              <a:t> </a:t>
            </a:r>
            <a:r>
              <a:rPr lang="fr-FR" sz="1400" dirty="0" err="1">
                <a:solidFill>
                  <a:srgbClr val="101024"/>
                </a:solidFill>
                <a:latin typeface="+mj-lt"/>
              </a:rPr>
              <a:t>elit</a:t>
            </a:r>
            <a:r>
              <a:rPr lang="fr-FR" sz="1400" dirty="0">
                <a:solidFill>
                  <a:srgbClr val="101024"/>
                </a:solidFill>
                <a:latin typeface="+mj-lt"/>
              </a:rPr>
              <a:t> </a:t>
            </a:r>
            <a:r>
              <a:rPr lang="fr-FR" sz="1400" dirty="0" err="1">
                <a:solidFill>
                  <a:srgbClr val="101024"/>
                </a:solidFill>
                <a:latin typeface="+mj-lt"/>
              </a:rPr>
              <a:t>vel</a:t>
            </a:r>
            <a:r>
              <a:rPr lang="fr-FR" sz="1400" dirty="0">
                <a:solidFill>
                  <a:srgbClr val="101024"/>
                </a:solidFill>
                <a:latin typeface="+mj-lt"/>
              </a:rPr>
              <a:t> </a:t>
            </a:r>
            <a:r>
              <a:rPr lang="fr-FR" sz="1400" dirty="0" err="1">
                <a:solidFill>
                  <a:srgbClr val="101024"/>
                </a:solidFill>
                <a:latin typeface="+mj-lt"/>
              </a:rPr>
              <a:t>arcu</a:t>
            </a:r>
            <a:r>
              <a:rPr lang="fr-FR" sz="1400" dirty="0">
                <a:solidFill>
                  <a:srgbClr val="101024"/>
                </a:solidFill>
                <a:latin typeface="+mj-lt"/>
              </a:rPr>
              <a:t> </a:t>
            </a:r>
            <a:r>
              <a:rPr lang="fr-FR" sz="1400" dirty="0" err="1">
                <a:solidFill>
                  <a:srgbClr val="101024"/>
                </a:solidFill>
                <a:latin typeface="+mj-lt"/>
              </a:rPr>
              <a:t>faucibus</a:t>
            </a:r>
            <a:r>
              <a:rPr lang="fr-FR" sz="1400" dirty="0">
                <a:solidFill>
                  <a:srgbClr val="101024"/>
                </a:solidFill>
                <a:latin typeface="+mj-lt"/>
              </a:rPr>
              <a:t> </a:t>
            </a:r>
            <a:r>
              <a:rPr lang="fr-FR" sz="1400" dirty="0" err="1">
                <a:solidFill>
                  <a:srgbClr val="101024"/>
                </a:solidFill>
                <a:latin typeface="+mj-lt"/>
              </a:rPr>
              <a:t>elementum</a:t>
            </a:r>
            <a:r>
              <a:rPr lang="fr-FR" sz="1400" dirty="0">
                <a:solidFill>
                  <a:srgbClr val="101024"/>
                </a:solidFill>
                <a:latin typeface="+mj-lt"/>
              </a:rPr>
              <a:t>.</a:t>
            </a:r>
            <a:r>
              <a:rPr lang="fr-FR" sz="1400" baseline="0" dirty="0">
                <a:solidFill>
                  <a:srgbClr val="101024"/>
                </a:solidFill>
                <a:latin typeface="+mj-lt"/>
              </a:rPr>
              <a:t> </a:t>
            </a:r>
            <a:r>
              <a:rPr lang="fr-FR" sz="1400" dirty="0">
                <a:solidFill>
                  <a:srgbClr val="101024"/>
                </a:solidFill>
                <a:latin typeface="+mj-lt"/>
              </a:rPr>
              <a:t>Sed </a:t>
            </a:r>
            <a:r>
              <a:rPr lang="fr-FR" sz="1400" dirty="0" err="1">
                <a:solidFill>
                  <a:srgbClr val="101024"/>
                </a:solidFill>
                <a:latin typeface="+mj-lt"/>
              </a:rPr>
              <a:t>dignissim</a:t>
            </a:r>
            <a:r>
              <a:rPr lang="fr-FR" sz="1400" dirty="0">
                <a:solidFill>
                  <a:srgbClr val="101024"/>
                </a:solidFill>
                <a:latin typeface="+mj-lt"/>
              </a:rPr>
              <a:t> </a:t>
            </a:r>
            <a:r>
              <a:rPr lang="fr-FR" sz="1400" dirty="0" err="1">
                <a:solidFill>
                  <a:srgbClr val="101024"/>
                </a:solidFill>
                <a:latin typeface="+mj-lt"/>
              </a:rPr>
              <a:t>nisl</a:t>
            </a:r>
            <a:r>
              <a:rPr lang="fr-FR" sz="1400" dirty="0">
                <a:solidFill>
                  <a:srgbClr val="101024"/>
                </a:solidFill>
                <a:latin typeface="+mj-lt"/>
              </a:rPr>
              <a:t> non magna </a:t>
            </a:r>
            <a:r>
              <a:rPr lang="fr-FR" sz="1400" dirty="0" err="1">
                <a:solidFill>
                  <a:srgbClr val="101024"/>
                </a:solidFill>
                <a:latin typeface="+mj-lt"/>
              </a:rPr>
              <a:t>imperdiet</a:t>
            </a:r>
            <a:r>
              <a:rPr lang="fr-FR" sz="1400" dirty="0">
                <a:solidFill>
                  <a:srgbClr val="101024"/>
                </a:solidFill>
                <a:latin typeface="+mj-lt"/>
              </a:rPr>
              <a:t>, mollis </a:t>
            </a:r>
            <a:r>
              <a:rPr lang="fr-FR" sz="1400" dirty="0" err="1">
                <a:solidFill>
                  <a:srgbClr val="101024"/>
                </a:solidFill>
                <a:latin typeface="+mj-lt"/>
              </a:rPr>
              <a:t>consequat</a:t>
            </a:r>
            <a:r>
              <a:rPr lang="fr-FR" sz="1400" dirty="0">
                <a:solidFill>
                  <a:srgbClr val="101024"/>
                </a:solidFill>
                <a:latin typeface="+mj-lt"/>
              </a:rPr>
              <a:t> diam </a:t>
            </a:r>
            <a:r>
              <a:rPr lang="fr-FR" sz="1400" dirty="0" err="1">
                <a:solidFill>
                  <a:srgbClr val="101024"/>
                </a:solidFill>
                <a:latin typeface="+mj-lt"/>
              </a:rPr>
              <a:t>commodo</a:t>
            </a:r>
            <a:r>
              <a:rPr lang="fr-FR" sz="1400" dirty="0">
                <a:solidFill>
                  <a:srgbClr val="101024"/>
                </a:solidFill>
                <a:latin typeface="+mj-lt"/>
              </a:rPr>
              <a:t>. </a:t>
            </a:r>
            <a:r>
              <a:rPr lang="fr-FR" sz="1400" dirty="0" err="1">
                <a:solidFill>
                  <a:srgbClr val="101024"/>
                </a:solidFill>
                <a:latin typeface="+mj-lt"/>
              </a:rPr>
              <a:t>Curabitur</a:t>
            </a:r>
            <a:r>
              <a:rPr lang="fr-FR" sz="1400" dirty="0">
                <a:solidFill>
                  <a:srgbClr val="101024"/>
                </a:solidFill>
                <a:latin typeface="+mj-lt"/>
              </a:rPr>
              <a:t> </a:t>
            </a:r>
            <a:r>
              <a:rPr lang="fr-FR" sz="1400" dirty="0" err="1">
                <a:solidFill>
                  <a:srgbClr val="101024"/>
                </a:solidFill>
                <a:latin typeface="+mj-lt"/>
              </a:rPr>
              <a:t>porttitor</a:t>
            </a:r>
            <a:r>
              <a:rPr lang="fr-FR" sz="1400" dirty="0">
                <a:solidFill>
                  <a:srgbClr val="101024"/>
                </a:solidFill>
                <a:latin typeface="+mj-lt"/>
              </a:rPr>
              <a:t> </a:t>
            </a:r>
            <a:r>
              <a:rPr lang="fr-FR" sz="1400" dirty="0" err="1">
                <a:solidFill>
                  <a:srgbClr val="101024"/>
                </a:solidFill>
                <a:latin typeface="+mj-lt"/>
              </a:rPr>
              <a:t>lectus</a:t>
            </a:r>
            <a:r>
              <a:rPr lang="fr-FR" sz="1400" dirty="0">
                <a:solidFill>
                  <a:srgbClr val="101024"/>
                </a:solidFill>
                <a:latin typeface="+mj-lt"/>
              </a:rPr>
              <a:t> </a:t>
            </a:r>
            <a:r>
              <a:rPr lang="fr-FR" sz="1400" dirty="0" err="1">
                <a:solidFill>
                  <a:srgbClr val="101024"/>
                </a:solidFill>
                <a:latin typeface="+mj-lt"/>
              </a:rPr>
              <a:t>risus</a:t>
            </a:r>
            <a:r>
              <a:rPr lang="fr-FR" sz="1400" dirty="0">
                <a:solidFill>
                  <a:srgbClr val="101024"/>
                </a:solidFill>
                <a:latin typeface="+mj-lt"/>
              </a:rPr>
              <a:t>. </a:t>
            </a:r>
            <a:r>
              <a:rPr lang="fr-FR" sz="1400" dirty="0" err="1">
                <a:solidFill>
                  <a:srgbClr val="101024"/>
                </a:solidFill>
                <a:latin typeface="+mj-lt"/>
              </a:rPr>
              <a:t>Fusce</a:t>
            </a:r>
            <a:r>
              <a:rPr lang="fr-FR" sz="1400" dirty="0">
                <a:solidFill>
                  <a:srgbClr val="101024"/>
                </a:solidFill>
                <a:latin typeface="+mj-lt"/>
              </a:rPr>
              <a:t> </a:t>
            </a:r>
            <a:r>
              <a:rPr lang="fr-FR" sz="1400" dirty="0" err="1">
                <a:solidFill>
                  <a:srgbClr val="101024"/>
                </a:solidFill>
                <a:latin typeface="+mj-lt"/>
              </a:rPr>
              <a:t>maximus</a:t>
            </a:r>
            <a:r>
              <a:rPr lang="fr-FR" sz="1400" dirty="0">
                <a:solidFill>
                  <a:srgbClr val="101024"/>
                </a:solidFill>
                <a:latin typeface="+mj-lt"/>
              </a:rPr>
              <a:t> pretium libero, </a:t>
            </a:r>
            <a:r>
              <a:rPr lang="fr-FR" sz="1400" dirty="0" err="1">
                <a:solidFill>
                  <a:srgbClr val="101024"/>
                </a:solidFill>
                <a:latin typeface="+mj-lt"/>
              </a:rPr>
              <a:t>vestibulum</a:t>
            </a:r>
            <a:r>
              <a:rPr lang="fr-FR" sz="1400" dirty="0">
                <a:solidFill>
                  <a:srgbClr val="101024"/>
                </a:solidFill>
                <a:latin typeface="+mj-lt"/>
              </a:rPr>
              <a:t> </a:t>
            </a:r>
            <a:r>
              <a:rPr lang="fr-FR" sz="1400" dirty="0" err="1">
                <a:solidFill>
                  <a:srgbClr val="101024"/>
                </a:solidFill>
                <a:latin typeface="+mj-lt"/>
              </a:rPr>
              <a:t>fermentum</a:t>
            </a:r>
            <a:r>
              <a:rPr lang="fr-FR" sz="1400" dirty="0">
                <a:solidFill>
                  <a:srgbClr val="101024"/>
                </a:solidFill>
                <a:latin typeface="+mj-lt"/>
              </a:rPr>
              <a:t> </a:t>
            </a:r>
            <a:r>
              <a:rPr lang="fr-FR" sz="1400" dirty="0" err="1">
                <a:solidFill>
                  <a:srgbClr val="101024"/>
                </a:solidFill>
                <a:latin typeface="+mj-lt"/>
              </a:rPr>
              <a:t>arcu</a:t>
            </a:r>
            <a:r>
              <a:rPr lang="fr-FR" sz="1400" dirty="0">
                <a:solidFill>
                  <a:srgbClr val="101024"/>
                </a:solidFill>
                <a:latin typeface="+mj-lt"/>
              </a:rPr>
              <a:t> </a:t>
            </a:r>
            <a:r>
              <a:rPr lang="fr-FR" sz="1400" dirty="0" err="1">
                <a:solidFill>
                  <a:srgbClr val="101024"/>
                </a:solidFill>
                <a:latin typeface="+mj-lt"/>
              </a:rPr>
              <a:t>tincidunt</a:t>
            </a:r>
            <a:r>
              <a:rPr lang="fr-FR" sz="1400" dirty="0">
                <a:solidFill>
                  <a:srgbClr val="101024"/>
                </a:solidFill>
                <a:latin typeface="+mj-lt"/>
              </a:rPr>
              <a:t> </a:t>
            </a:r>
            <a:r>
              <a:rPr lang="fr-FR" sz="1400" dirty="0" err="1">
                <a:solidFill>
                  <a:srgbClr val="101024"/>
                </a:solidFill>
                <a:latin typeface="+mj-lt"/>
              </a:rPr>
              <a:t>sed</a:t>
            </a:r>
            <a:r>
              <a:rPr lang="fr-FR" sz="1400" dirty="0">
                <a:solidFill>
                  <a:srgbClr val="101024"/>
                </a:solidFill>
                <a:latin typeface="+mj-lt"/>
              </a:rPr>
              <a:t>. Duis </a:t>
            </a:r>
            <a:r>
              <a:rPr lang="fr-FR" sz="1400" dirty="0" err="1">
                <a:solidFill>
                  <a:srgbClr val="101024"/>
                </a:solidFill>
                <a:latin typeface="+mj-lt"/>
              </a:rPr>
              <a:t>laoreet</a:t>
            </a:r>
            <a:r>
              <a:rPr lang="fr-FR" sz="1400" dirty="0">
                <a:solidFill>
                  <a:srgbClr val="101024"/>
                </a:solidFill>
                <a:latin typeface="+mj-lt"/>
              </a:rPr>
              <a:t> </a:t>
            </a:r>
            <a:r>
              <a:rPr lang="fr-FR" sz="1400" dirty="0" err="1">
                <a:solidFill>
                  <a:srgbClr val="101024"/>
                </a:solidFill>
                <a:latin typeface="+mj-lt"/>
              </a:rPr>
              <a:t>vulputate</a:t>
            </a:r>
            <a:r>
              <a:rPr lang="fr-FR" sz="1400" dirty="0">
                <a:solidFill>
                  <a:srgbClr val="101024"/>
                </a:solidFill>
                <a:latin typeface="+mj-lt"/>
              </a:rPr>
              <a:t> diam, </a:t>
            </a:r>
            <a:r>
              <a:rPr lang="fr-FR" sz="1400" dirty="0" err="1">
                <a:solidFill>
                  <a:srgbClr val="101024"/>
                </a:solidFill>
                <a:latin typeface="+mj-lt"/>
              </a:rPr>
              <a:t>ac</a:t>
            </a:r>
            <a:r>
              <a:rPr lang="fr-FR" sz="1400" dirty="0">
                <a:solidFill>
                  <a:srgbClr val="101024"/>
                </a:solidFill>
                <a:latin typeface="+mj-lt"/>
              </a:rPr>
              <a:t> pretium est </a:t>
            </a:r>
            <a:r>
              <a:rPr lang="fr-FR" sz="1400" dirty="0" err="1">
                <a:solidFill>
                  <a:srgbClr val="101024"/>
                </a:solidFill>
                <a:latin typeface="+mj-lt"/>
              </a:rPr>
              <a:t>aliquet</a:t>
            </a:r>
            <a:r>
              <a:rPr lang="fr-FR" sz="1400" dirty="0">
                <a:solidFill>
                  <a:srgbClr val="101024"/>
                </a:solidFill>
                <a:latin typeface="+mj-lt"/>
              </a:rPr>
              <a:t> </a:t>
            </a:r>
            <a:r>
              <a:rPr lang="fr-FR" sz="1400" dirty="0" err="1">
                <a:solidFill>
                  <a:srgbClr val="101024"/>
                </a:solidFill>
                <a:latin typeface="+mj-lt"/>
              </a:rPr>
              <a:t>ac</a:t>
            </a:r>
            <a:r>
              <a:rPr lang="fr-FR" sz="1400" dirty="0">
                <a:solidFill>
                  <a:srgbClr val="101024"/>
                </a:solidFill>
                <a:latin typeface="+mj-lt"/>
              </a:rPr>
              <a:t>. </a:t>
            </a:r>
            <a:r>
              <a:rPr lang="fr-FR" sz="1400" dirty="0" err="1">
                <a:solidFill>
                  <a:srgbClr val="101024"/>
                </a:solidFill>
                <a:latin typeface="+mj-lt"/>
              </a:rPr>
              <a:t>Mauris</a:t>
            </a:r>
            <a:r>
              <a:rPr lang="fr-FR" sz="1400" dirty="0">
                <a:solidFill>
                  <a:srgbClr val="101024"/>
                </a:solidFill>
                <a:latin typeface="+mj-lt"/>
              </a:rPr>
              <a:t> </a:t>
            </a:r>
            <a:r>
              <a:rPr lang="fr-FR" sz="1400" dirty="0" err="1">
                <a:solidFill>
                  <a:srgbClr val="101024"/>
                </a:solidFill>
                <a:latin typeface="+mj-lt"/>
              </a:rPr>
              <a:t>interdum</a:t>
            </a:r>
            <a:r>
              <a:rPr lang="fr-FR" sz="1400" dirty="0">
                <a:solidFill>
                  <a:srgbClr val="101024"/>
                </a:solidFill>
                <a:latin typeface="+mj-lt"/>
              </a:rPr>
              <a:t>, </a:t>
            </a:r>
            <a:r>
              <a:rPr lang="fr-FR" sz="1400" dirty="0" err="1">
                <a:solidFill>
                  <a:srgbClr val="101024"/>
                </a:solidFill>
                <a:latin typeface="+mj-lt"/>
              </a:rPr>
              <a:t>odio</a:t>
            </a:r>
            <a:r>
              <a:rPr lang="fr-FR" sz="1400" dirty="0">
                <a:solidFill>
                  <a:srgbClr val="101024"/>
                </a:solidFill>
                <a:latin typeface="+mj-lt"/>
              </a:rPr>
              <a:t> nec </a:t>
            </a:r>
            <a:r>
              <a:rPr lang="fr-FR" sz="1400" dirty="0" err="1">
                <a:solidFill>
                  <a:srgbClr val="101024"/>
                </a:solidFill>
                <a:latin typeface="+mj-lt"/>
              </a:rPr>
              <a:t>commodo</a:t>
            </a:r>
            <a:r>
              <a:rPr lang="fr-FR" sz="1400" dirty="0">
                <a:solidFill>
                  <a:srgbClr val="101024"/>
                </a:solidFill>
                <a:latin typeface="+mj-lt"/>
              </a:rPr>
              <a:t> </a:t>
            </a:r>
            <a:r>
              <a:rPr lang="fr-FR" sz="1400" dirty="0" err="1">
                <a:solidFill>
                  <a:srgbClr val="101024"/>
                </a:solidFill>
                <a:latin typeface="+mj-lt"/>
              </a:rPr>
              <a:t>volutpat</a:t>
            </a:r>
            <a:r>
              <a:rPr lang="fr-FR" sz="1400" dirty="0">
                <a:solidFill>
                  <a:srgbClr val="101024"/>
                </a:solidFill>
                <a:latin typeface="+mj-lt"/>
              </a:rPr>
              <a:t>, </a:t>
            </a:r>
            <a:r>
              <a:rPr lang="fr-FR" sz="1400" dirty="0" err="1">
                <a:solidFill>
                  <a:srgbClr val="101024"/>
                </a:solidFill>
                <a:latin typeface="+mj-lt"/>
              </a:rPr>
              <a:t>dolor</a:t>
            </a:r>
            <a:r>
              <a:rPr lang="fr-FR" sz="1400" dirty="0">
                <a:solidFill>
                  <a:srgbClr val="101024"/>
                </a:solidFill>
                <a:latin typeface="+mj-lt"/>
              </a:rPr>
              <a:t> </a:t>
            </a:r>
            <a:r>
              <a:rPr lang="fr-FR" sz="1400" dirty="0" err="1">
                <a:solidFill>
                  <a:srgbClr val="101024"/>
                </a:solidFill>
                <a:latin typeface="+mj-lt"/>
              </a:rPr>
              <a:t>justo</a:t>
            </a:r>
            <a:r>
              <a:rPr lang="fr-FR" sz="1400" dirty="0">
                <a:solidFill>
                  <a:srgbClr val="101024"/>
                </a:solidFill>
                <a:latin typeface="+mj-lt"/>
              </a:rPr>
              <a:t> </a:t>
            </a:r>
            <a:r>
              <a:rPr lang="fr-FR" sz="1400" dirty="0" err="1">
                <a:solidFill>
                  <a:srgbClr val="101024"/>
                </a:solidFill>
                <a:latin typeface="+mj-lt"/>
              </a:rPr>
              <a:t>viverra</a:t>
            </a:r>
            <a:r>
              <a:rPr lang="fr-FR" sz="1400" dirty="0">
                <a:solidFill>
                  <a:srgbClr val="101024"/>
                </a:solidFill>
                <a:latin typeface="+mj-lt"/>
              </a:rPr>
              <a:t> nunc, eu </a:t>
            </a:r>
            <a:r>
              <a:rPr lang="fr-FR" sz="1400" dirty="0" err="1">
                <a:solidFill>
                  <a:srgbClr val="101024"/>
                </a:solidFill>
                <a:latin typeface="+mj-lt"/>
              </a:rPr>
              <a:t>ultricies</a:t>
            </a:r>
            <a:r>
              <a:rPr lang="fr-FR" sz="1400" dirty="0">
                <a:solidFill>
                  <a:srgbClr val="101024"/>
                </a:solidFill>
                <a:latin typeface="+mj-lt"/>
              </a:rPr>
              <a:t> </a:t>
            </a:r>
            <a:r>
              <a:rPr lang="fr-FR" sz="1400" dirty="0" err="1">
                <a:solidFill>
                  <a:srgbClr val="101024"/>
                </a:solidFill>
                <a:latin typeface="+mj-lt"/>
              </a:rPr>
              <a:t>urna</a:t>
            </a:r>
            <a:r>
              <a:rPr lang="fr-FR" sz="1400" dirty="0">
                <a:solidFill>
                  <a:srgbClr val="101024"/>
                </a:solidFill>
                <a:latin typeface="+mj-lt"/>
              </a:rPr>
              <a:t> </a:t>
            </a:r>
            <a:r>
              <a:rPr lang="fr-FR" sz="1400" dirty="0" err="1">
                <a:solidFill>
                  <a:srgbClr val="101024"/>
                </a:solidFill>
                <a:latin typeface="+mj-lt"/>
              </a:rPr>
              <a:t>metus</a:t>
            </a:r>
            <a:r>
              <a:rPr lang="fr-FR" sz="1400" dirty="0">
                <a:solidFill>
                  <a:srgbClr val="101024"/>
                </a:solidFill>
                <a:latin typeface="+mj-lt"/>
              </a:rPr>
              <a:t> </a:t>
            </a:r>
            <a:r>
              <a:rPr lang="fr-FR" sz="1400" dirty="0" err="1">
                <a:solidFill>
                  <a:srgbClr val="101024"/>
                </a:solidFill>
                <a:latin typeface="+mj-lt"/>
              </a:rPr>
              <a:t>sit</a:t>
            </a:r>
            <a:r>
              <a:rPr lang="fr-FR" sz="1400" dirty="0">
                <a:solidFill>
                  <a:srgbClr val="101024"/>
                </a:solidFill>
                <a:latin typeface="+mj-lt"/>
              </a:rPr>
              <a:t> </a:t>
            </a:r>
            <a:r>
              <a:rPr lang="fr-FR" sz="1400" dirty="0" err="1">
                <a:solidFill>
                  <a:srgbClr val="101024"/>
                </a:solidFill>
                <a:latin typeface="+mj-lt"/>
              </a:rPr>
              <a:t>amet</a:t>
            </a:r>
            <a:r>
              <a:rPr lang="fr-FR" sz="1400" dirty="0">
                <a:solidFill>
                  <a:srgbClr val="101024"/>
                </a:solidFill>
                <a:latin typeface="+mj-lt"/>
              </a:rPr>
              <a:t> </a:t>
            </a:r>
            <a:r>
              <a:rPr lang="fr-FR" sz="1400" dirty="0" err="1">
                <a:solidFill>
                  <a:srgbClr val="101024"/>
                </a:solidFill>
                <a:latin typeface="+mj-lt"/>
              </a:rPr>
              <a:t>tellus</a:t>
            </a:r>
            <a:r>
              <a:rPr lang="fr-FR" sz="1400" dirty="0">
                <a:solidFill>
                  <a:srgbClr val="101024"/>
                </a:solidFill>
                <a:latin typeface="+mj-lt"/>
              </a:rPr>
              <a:t>.</a:t>
            </a: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32" name="Espace réservé du titre 1"/>
          <p:cNvSpPr txBox="1">
            <a:spLocks/>
          </p:cNvSpPr>
          <p:nvPr userDrawn="1"/>
        </p:nvSpPr>
        <p:spPr>
          <a:xfrm>
            <a:off x="4364056" y="583765"/>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MINI-TEST</a:t>
            </a:r>
          </a:p>
        </p:txBody>
      </p:sp>
      <p:cxnSp>
        <p:nvCxnSpPr>
          <p:cNvPr id="33" name="Connecteur droit 32"/>
          <p:cNvCxnSpPr>
            <a:cxnSpLocks/>
          </p:cNvCxnSpPr>
          <p:nvPr userDrawn="1"/>
        </p:nvCxnSpPr>
        <p:spPr>
          <a:xfrm flipH="1">
            <a:off x="3389003" y="318136"/>
            <a:ext cx="5570439"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6182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2" name="Rectangle 21"/>
          <p:cNvSpPr/>
          <p:nvPr userDrawn="1"/>
        </p:nvSpPr>
        <p:spPr>
          <a:xfrm>
            <a:off x="-3628" y="0"/>
            <a:ext cx="3148590"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7" name="Espace réservé du texte 2"/>
          <p:cNvSpPr txBox="1">
            <a:spLocks/>
          </p:cNvSpPr>
          <p:nvPr userDrawn="1"/>
        </p:nvSpPr>
        <p:spPr>
          <a:xfrm>
            <a:off x="306576" y="3889488"/>
            <a:ext cx="2605490" cy="22441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lnSpc>
                <a:spcPct val="100000"/>
              </a:lnSpc>
              <a:buFont typeface="Arial" panose="020B0604020202020204" pitchFamily="34" charset="0"/>
              <a:buChar char="•"/>
            </a:pPr>
            <a:r>
              <a:rPr lang="fr-FR" sz="1200" dirty="0">
                <a:solidFill>
                  <a:srgbClr val="101024"/>
                </a:solidFill>
                <a:latin typeface="+mj-lt"/>
              </a:rPr>
              <a:t>Point 1</a:t>
            </a:r>
          </a:p>
          <a:p>
            <a:pPr marL="171450" lvl="0" indent="-171450">
              <a:lnSpc>
                <a:spcPct val="100000"/>
              </a:lnSpc>
              <a:buFont typeface="Arial" panose="020B0604020202020204" pitchFamily="34" charset="0"/>
              <a:buChar char="•"/>
            </a:pPr>
            <a:r>
              <a:rPr lang="fr-FR" sz="1200" dirty="0">
                <a:solidFill>
                  <a:srgbClr val="101024"/>
                </a:solidFill>
                <a:latin typeface="+mj-lt"/>
              </a:rPr>
              <a:t>Point 2</a:t>
            </a:r>
          </a:p>
          <a:p>
            <a:pPr marL="171450" lvl="0" indent="-171450">
              <a:lnSpc>
                <a:spcPct val="100000"/>
              </a:lnSpc>
              <a:buFont typeface="Arial" panose="020B0604020202020204" pitchFamily="34" charset="0"/>
              <a:buChar char="•"/>
            </a:pPr>
            <a:r>
              <a:rPr lang="fr-FR" sz="1200" dirty="0">
                <a:solidFill>
                  <a:srgbClr val="101024"/>
                </a:solidFill>
                <a:latin typeface="+mj-lt"/>
              </a:rPr>
              <a:t>Point 3</a:t>
            </a:r>
          </a:p>
        </p:txBody>
      </p:sp>
      <p:sp>
        <p:nvSpPr>
          <p:cNvPr id="23" name="Rectangle 22"/>
          <p:cNvSpPr/>
          <p:nvPr userDrawn="1"/>
        </p:nvSpPr>
        <p:spPr>
          <a:xfrm>
            <a:off x="3120744" y="0"/>
            <a:ext cx="6044762"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du titre 1"/>
          <p:cNvSpPr txBox="1">
            <a:spLocks/>
          </p:cNvSpPr>
          <p:nvPr userDrawn="1"/>
        </p:nvSpPr>
        <p:spPr>
          <a:xfrm>
            <a:off x="3430948" y="1076650"/>
            <a:ext cx="42744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chemeClr val="bg1"/>
                </a:solidFill>
                <a:latin typeface="+mj-lt"/>
              </a:rPr>
              <a:t>À VOUS DE JOUER</a:t>
            </a:r>
            <a:r>
              <a:rPr lang="fr-FR" sz="1400" spc="0" baseline="0" dirty="0">
                <a:solidFill>
                  <a:schemeClr val="bg1"/>
                </a:solidFill>
                <a:latin typeface="+mj-lt"/>
              </a:rPr>
              <a:t> !</a:t>
            </a:r>
            <a:endParaRPr lang="fr-FR" sz="1400" spc="0" dirty="0">
              <a:solidFill>
                <a:schemeClr val="bg1"/>
              </a:solidFill>
              <a:latin typeface="+mj-lt"/>
            </a:endParaRPr>
          </a:p>
        </p:txBody>
      </p:sp>
      <p:sp>
        <p:nvSpPr>
          <p:cNvPr id="27" name="Espace réservé du texte 2"/>
          <p:cNvSpPr>
            <a:spLocks noGrp="1"/>
          </p:cNvSpPr>
          <p:nvPr>
            <p:ph idx="1" hasCustomPrompt="1"/>
          </p:nvPr>
        </p:nvSpPr>
        <p:spPr>
          <a:xfrm>
            <a:off x="3449583" y="1562860"/>
            <a:ext cx="5485738" cy="3878649"/>
          </a:xfrm>
          <a:prstGeom prst="rect">
            <a:avLst/>
          </a:prstGeom>
        </p:spPr>
        <p:txBody>
          <a:bodyPr vert="horz" lIns="91440" tIns="45720" rIns="91440" bIns="45720" rtlCol="0">
            <a:normAutofit/>
          </a:bodyPr>
          <a:lstStyle>
            <a:lvl1pPr>
              <a:defRPr sz="1400" b="1">
                <a:solidFill>
                  <a:schemeClr val="bg1"/>
                </a:solidFill>
                <a:latin typeface="+mj-lt"/>
              </a:defRPr>
            </a:lvl1pPr>
            <a:lvl2pPr marL="457200" indent="0">
              <a:buFont typeface="Arial" panose="020B0604020202020204" pitchFamily="34" charset="0"/>
              <a:buNone/>
              <a:defRPr sz="1400" b="1">
                <a:solidFill>
                  <a:schemeClr val="bg1"/>
                </a:solidFill>
                <a:latin typeface="Franklin Gothic Book" panose="020B0503020102020204" pitchFamily="34" charset="0"/>
              </a:defRPr>
            </a:lvl2pPr>
          </a:lstStyle>
          <a:p>
            <a:pPr lvl="0"/>
            <a:r>
              <a:rPr lang="fr-FR" dirty="0"/>
              <a:t>Question 1 ?</a:t>
            </a:r>
          </a:p>
          <a:p>
            <a:pPr lvl="0"/>
            <a:endParaRPr lang="fr-FR" dirty="0"/>
          </a:p>
          <a:p>
            <a:pPr lvl="0"/>
            <a:r>
              <a:rPr lang="fr-FR" dirty="0"/>
              <a:t>Question 2 ?</a:t>
            </a:r>
          </a:p>
          <a:p>
            <a:pPr lvl="1"/>
            <a:endParaRPr lang="fr-FR" dirty="0"/>
          </a:p>
          <a:p>
            <a:pPr lvl="0"/>
            <a:r>
              <a:rPr lang="fr-FR" dirty="0"/>
              <a:t>Question 3 ?</a:t>
            </a:r>
          </a:p>
          <a:p>
            <a:pPr lvl="1"/>
            <a:endParaRPr lang="fr-FR" dirty="0"/>
          </a:p>
          <a:p>
            <a:pPr lvl="0"/>
            <a:r>
              <a:rPr lang="fr-FR" dirty="0"/>
              <a:t>Question 4 ?</a:t>
            </a:r>
          </a:p>
          <a:p>
            <a:pPr lvl="1"/>
            <a:endParaRPr lang="fr-FR" dirty="0"/>
          </a:p>
        </p:txBody>
      </p:sp>
      <p:sp>
        <p:nvSpPr>
          <p:cNvPr id="28" name="Espace réservé du titre 1"/>
          <p:cNvSpPr txBox="1">
            <a:spLocks/>
          </p:cNvSpPr>
          <p:nvPr userDrawn="1"/>
        </p:nvSpPr>
        <p:spPr>
          <a:xfrm>
            <a:off x="306576" y="866925"/>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CONSIGNES</a:t>
            </a:r>
          </a:p>
        </p:txBody>
      </p:sp>
      <p:sp>
        <p:nvSpPr>
          <p:cNvPr id="29" name="Espace réservé du titre 1"/>
          <p:cNvSpPr txBox="1">
            <a:spLocks/>
          </p:cNvSpPr>
          <p:nvPr userDrawn="1"/>
        </p:nvSpPr>
        <p:spPr>
          <a:xfrm>
            <a:off x="306576" y="3440346"/>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OBJECTIFS</a:t>
            </a: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32" name="Espace réservé du titre 1"/>
          <p:cNvSpPr txBox="1">
            <a:spLocks/>
          </p:cNvSpPr>
          <p:nvPr userDrawn="1"/>
        </p:nvSpPr>
        <p:spPr>
          <a:xfrm>
            <a:off x="4364056" y="558598"/>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MINI-TEST</a:t>
            </a:r>
          </a:p>
        </p:txBody>
      </p:sp>
      <p:cxnSp>
        <p:nvCxnSpPr>
          <p:cNvPr id="33" name="Connecteur droit 32"/>
          <p:cNvCxnSpPr>
            <a:cxnSpLocks/>
          </p:cNvCxnSpPr>
          <p:nvPr userDrawn="1"/>
        </p:nvCxnSpPr>
        <p:spPr>
          <a:xfrm flipH="1">
            <a:off x="3430948" y="351692"/>
            <a:ext cx="5427826"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16" name="Espace réservé du texte 7">
            <a:extLst>
              <a:ext uri="{FF2B5EF4-FFF2-40B4-BE49-F238E27FC236}">
                <a16:creationId xmlns:a16="http://schemas.microsoft.com/office/drawing/2014/main" id="{FF953F45-2C70-EF53-21D1-0432794F1573}"/>
              </a:ext>
            </a:extLst>
          </p:cNvPr>
          <p:cNvSpPr>
            <a:spLocks noGrp="1"/>
          </p:cNvSpPr>
          <p:nvPr>
            <p:ph type="body" sz="quarter" idx="19" hasCustomPrompt="1"/>
          </p:nvPr>
        </p:nvSpPr>
        <p:spPr>
          <a:xfrm>
            <a:off x="394283" y="1289567"/>
            <a:ext cx="2421840" cy="1903227"/>
          </a:xfrm>
          <a:prstGeom prst="rect">
            <a:avLst/>
          </a:prstGeom>
        </p:spPr>
        <p:txBody>
          <a:bodyPr/>
          <a:lstStyle>
            <a:lvl1pPr>
              <a:defRPr sz="10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Tree>
    <p:extLst>
      <p:ext uri="{BB962C8B-B14F-4D97-AF65-F5344CB8AC3E}">
        <p14:creationId xmlns:p14="http://schemas.microsoft.com/office/powerpoint/2010/main" val="2167650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Disposition personnalisée">
    <p:spTree>
      <p:nvGrpSpPr>
        <p:cNvPr id="1" name=""/>
        <p:cNvGrpSpPr/>
        <p:nvPr/>
      </p:nvGrpSpPr>
      <p:grpSpPr>
        <a:xfrm>
          <a:off x="0" y="0"/>
          <a:ext cx="0" cy="0"/>
          <a:chOff x="0" y="0"/>
          <a:chExt cx="0" cy="0"/>
        </a:xfrm>
      </p:grpSpPr>
      <p:sp>
        <p:nvSpPr>
          <p:cNvPr id="22" name="Rectangle 21"/>
          <p:cNvSpPr/>
          <p:nvPr userDrawn="1"/>
        </p:nvSpPr>
        <p:spPr>
          <a:xfrm>
            <a:off x="-3628" y="0"/>
            <a:ext cx="3148590"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7" name="Espace réservé du texte 2"/>
          <p:cNvSpPr txBox="1">
            <a:spLocks/>
          </p:cNvSpPr>
          <p:nvPr userDrawn="1"/>
        </p:nvSpPr>
        <p:spPr>
          <a:xfrm>
            <a:off x="306576" y="3889488"/>
            <a:ext cx="2605490" cy="22441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lnSpc>
                <a:spcPct val="100000"/>
              </a:lnSpc>
              <a:buFont typeface="Arial" panose="020B0604020202020204" pitchFamily="34" charset="0"/>
              <a:buChar char="•"/>
            </a:pPr>
            <a:r>
              <a:rPr lang="fr-FR" sz="1200" dirty="0">
                <a:solidFill>
                  <a:srgbClr val="101024"/>
                </a:solidFill>
                <a:latin typeface="+mj-lt"/>
              </a:rPr>
              <a:t>Point 1</a:t>
            </a:r>
          </a:p>
          <a:p>
            <a:pPr marL="171450" lvl="0" indent="-171450">
              <a:lnSpc>
                <a:spcPct val="100000"/>
              </a:lnSpc>
              <a:buFont typeface="Arial" panose="020B0604020202020204" pitchFamily="34" charset="0"/>
              <a:buChar char="•"/>
            </a:pPr>
            <a:r>
              <a:rPr lang="fr-FR" sz="1200" dirty="0">
                <a:solidFill>
                  <a:srgbClr val="101024"/>
                </a:solidFill>
                <a:latin typeface="+mj-lt"/>
              </a:rPr>
              <a:t>Point 2</a:t>
            </a:r>
          </a:p>
          <a:p>
            <a:pPr marL="171450" lvl="0" indent="-171450">
              <a:lnSpc>
                <a:spcPct val="100000"/>
              </a:lnSpc>
              <a:buFont typeface="Arial" panose="020B0604020202020204" pitchFamily="34" charset="0"/>
              <a:buChar char="•"/>
            </a:pPr>
            <a:r>
              <a:rPr lang="fr-FR" sz="1200" dirty="0">
                <a:solidFill>
                  <a:srgbClr val="101024"/>
                </a:solidFill>
                <a:latin typeface="+mj-lt"/>
              </a:rPr>
              <a:t>Point 3</a:t>
            </a:r>
          </a:p>
        </p:txBody>
      </p:sp>
      <p:sp>
        <p:nvSpPr>
          <p:cNvPr id="23" name="Rectangle 22"/>
          <p:cNvSpPr/>
          <p:nvPr userDrawn="1"/>
        </p:nvSpPr>
        <p:spPr>
          <a:xfrm>
            <a:off x="3120744" y="-16778"/>
            <a:ext cx="6044762"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du titre 1"/>
          <p:cNvSpPr txBox="1">
            <a:spLocks/>
          </p:cNvSpPr>
          <p:nvPr userDrawn="1"/>
        </p:nvSpPr>
        <p:spPr>
          <a:xfrm>
            <a:off x="3430948" y="1269597"/>
            <a:ext cx="42744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chemeClr val="bg1"/>
                </a:solidFill>
                <a:latin typeface="+mj-lt"/>
              </a:rPr>
              <a:t>À VOUS DE JOUER</a:t>
            </a:r>
            <a:r>
              <a:rPr lang="fr-FR" sz="1400" spc="0" baseline="0" dirty="0">
                <a:solidFill>
                  <a:schemeClr val="bg1"/>
                </a:solidFill>
                <a:latin typeface="+mj-lt"/>
              </a:rPr>
              <a:t> !</a:t>
            </a:r>
            <a:endParaRPr lang="fr-FR" sz="1400" spc="0" dirty="0">
              <a:solidFill>
                <a:schemeClr val="bg1"/>
              </a:solidFill>
              <a:latin typeface="+mj-lt"/>
            </a:endParaRPr>
          </a:p>
        </p:txBody>
      </p:sp>
      <p:sp>
        <p:nvSpPr>
          <p:cNvPr id="27" name="Espace réservé du texte 2"/>
          <p:cNvSpPr>
            <a:spLocks noGrp="1"/>
          </p:cNvSpPr>
          <p:nvPr>
            <p:ph idx="1" hasCustomPrompt="1"/>
          </p:nvPr>
        </p:nvSpPr>
        <p:spPr>
          <a:xfrm>
            <a:off x="3449583" y="1764196"/>
            <a:ext cx="5485738" cy="3878649"/>
          </a:xfrm>
          <a:prstGeom prst="rect">
            <a:avLst/>
          </a:prstGeom>
        </p:spPr>
        <p:txBody>
          <a:bodyPr vert="horz" lIns="91440" tIns="45720" rIns="91440" bIns="45720" rtlCol="0">
            <a:normAutofit/>
          </a:bodyPr>
          <a:lstStyle>
            <a:lvl1pPr>
              <a:defRPr sz="1400" b="1">
                <a:solidFill>
                  <a:schemeClr val="bg1"/>
                </a:solidFill>
                <a:latin typeface="+mj-lt"/>
              </a:defRPr>
            </a:lvl1pPr>
            <a:lvl2pPr marL="457200" indent="0">
              <a:buFont typeface="Arial" panose="020B0604020202020204" pitchFamily="34" charset="0"/>
              <a:buNone/>
              <a:defRPr sz="1400" b="1">
                <a:solidFill>
                  <a:schemeClr val="bg1"/>
                </a:solidFill>
                <a:latin typeface="Franklin Gothic Book" panose="020B0503020102020204" pitchFamily="34" charset="0"/>
              </a:defRPr>
            </a:lvl2pPr>
          </a:lstStyle>
          <a:p>
            <a:pPr lvl="0"/>
            <a:r>
              <a:rPr lang="fr-FR" dirty="0"/>
              <a:t>Question 1 ?</a:t>
            </a:r>
          </a:p>
          <a:p>
            <a:pPr lvl="0"/>
            <a:endParaRPr lang="fr-FR" dirty="0"/>
          </a:p>
          <a:p>
            <a:pPr lvl="0"/>
            <a:r>
              <a:rPr lang="fr-FR" dirty="0"/>
              <a:t>Question 2 ?</a:t>
            </a:r>
          </a:p>
          <a:p>
            <a:pPr lvl="1"/>
            <a:endParaRPr lang="fr-FR" dirty="0"/>
          </a:p>
          <a:p>
            <a:pPr lvl="0"/>
            <a:r>
              <a:rPr lang="fr-FR" dirty="0"/>
              <a:t>Question 3 ?</a:t>
            </a:r>
          </a:p>
          <a:p>
            <a:pPr lvl="1"/>
            <a:endParaRPr lang="fr-FR" dirty="0"/>
          </a:p>
          <a:p>
            <a:pPr lvl="0"/>
            <a:r>
              <a:rPr lang="fr-FR" dirty="0"/>
              <a:t>Question 4 ?</a:t>
            </a:r>
          </a:p>
          <a:p>
            <a:pPr lvl="1"/>
            <a:endParaRPr lang="fr-FR" dirty="0"/>
          </a:p>
        </p:txBody>
      </p:sp>
      <p:sp>
        <p:nvSpPr>
          <p:cNvPr id="28" name="Espace réservé du titre 1"/>
          <p:cNvSpPr txBox="1">
            <a:spLocks/>
          </p:cNvSpPr>
          <p:nvPr userDrawn="1"/>
        </p:nvSpPr>
        <p:spPr>
          <a:xfrm>
            <a:off x="306576" y="866925"/>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CONSIGNES</a:t>
            </a:r>
          </a:p>
        </p:txBody>
      </p:sp>
      <p:sp>
        <p:nvSpPr>
          <p:cNvPr id="29" name="Espace réservé du titre 1"/>
          <p:cNvSpPr txBox="1">
            <a:spLocks/>
          </p:cNvSpPr>
          <p:nvPr userDrawn="1"/>
        </p:nvSpPr>
        <p:spPr>
          <a:xfrm>
            <a:off x="306576" y="3440346"/>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OBJECTIFS</a:t>
            </a: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32" name="Espace réservé du titre 1"/>
          <p:cNvSpPr txBox="1">
            <a:spLocks/>
          </p:cNvSpPr>
          <p:nvPr userDrawn="1"/>
        </p:nvSpPr>
        <p:spPr>
          <a:xfrm>
            <a:off x="4364056" y="659266"/>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MINI-TEST</a:t>
            </a:r>
          </a:p>
        </p:txBody>
      </p:sp>
      <p:cxnSp>
        <p:nvCxnSpPr>
          <p:cNvPr id="33" name="Connecteur droit 32"/>
          <p:cNvCxnSpPr>
            <a:cxnSpLocks/>
          </p:cNvCxnSpPr>
          <p:nvPr userDrawn="1"/>
        </p:nvCxnSpPr>
        <p:spPr>
          <a:xfrm flipH="1">
            <a:off x="3430948" y="351692"/>
            <a:ext cx="5570439"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18" name="Espace réservé du texte 7">
            <a:extLst>
              <a:ext uri="{FF2B5EF4-FFF2-40B4-BE49-F238E27FC236}">
                <a16:creationId xmlns:a16="http://schemas.microsoft.com/office/drawing/2014/main" id="{F7CC8BF2-BD29-4D81-2ED5-074989683AFF}"/>
              </a:ext>
            </a:extLst>
          </p:cNvPr>
          <p:cNvSpPr>
            <a:spLocks noGrp="1"/>
          </p:cNvSpPr>
          <p:nvPr>
            <p:ph type="body" sz="quarter" idx="19" hasCustomPrompt="1"/>
          </p:nvPr>
        </p:nvSpPr>
        <p:spPr>
          <a:xfrm>
            <a:off x="394283" y="1289567"/>
            <a:ext cx="2421840" cy="2048779"/>
          </a:xfrm>
          <a:prstGeom prst="rect">
            <a:avLst/>
          </a:prstGeom>
        </p:spPr>
        <p:txBody>
          <a:bodyPr/>
          <a:lstStyle>
            <a:lvl1pPr>
              <a:defRPr sz="10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Tree>
    <p:extLst>
      <p:ext uri="{BB962C8B-B14F-4D97-AF65-F5344CB8AC3E}">
        <p14:creationId xmlns:p14="http://schemas.microsoft.com/office/powerpoint/2010/main" val="1141870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22" name="Rectangle 21"/>
          <p:cNvSpPr/>
          <p:nvPr userDrawn="1"/>
        </p:nvSpPr>
        <p:spPr>
          <a:xfrm>
            <a:off x="-3628" y="0"/>
            <a:ext cx="3148590"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23" name="Rectangle 22"/>
          <p:cNvSpPr/>
          <p:nvPr userDrawn="1"/>
        </p:nvSpPr>
        <p:spPr>
          <a:xfrm>
            <a:off x="3120744" y="0"/>
            <a:ext cx="6044762"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du titre 1"/>
          <p:cNvSpPr txBox="1">
            <a:spLocks/>
          </p:cNvSpPr>
          <p:nvPr userDrawn="1"/>
        </p:nvSpPr>
        <p:spPr>
          <a:xfrm>
            <a:off x="3430948" y="1165263"/>
            <a:ext cx="42744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chemeClr val="bg1"/>
                </a:solidFill>
                <a:latin typeface="+mj-lt"/>
              </a:rPr>
              <a:t>À VOUS DE JOUER</a:t>
            </a:r>
            <a:r>
              <a:rPr lang="fr-FR" sz="1400" spc="0" baseline="0" dirty="0">
                <a:solidFill>
                  <a:schemeClr val="bg1"/>
                </a:solidFill>
                <a:latin typeface="+mj-lt"/>
              </a:rPr>
              <a:t> !</a:t>
            </a:r>
            <a:endParaRPr lang="fr-FR" sz="1400" spc="0" dirty="0">
              <a:solidFill>
                <a:schemeClr val="bg1"/>
              </a:solidFill>
              <a:latin typeface="+mj-lt"/>
            </a:endParaRPr>
          </a:p>
        </p:txBody>
      </p:sp>
      <p:sp>
        <p:nvSpPr>
          <p:cNvPr id="27" name="Espace réservé du texte 2"/>
          <p:cNvSpPr>
            <a:spLocks noGrp="1"/>
          </p:cNvSpPr>
          <p:nvPr>
            <p:ph idx="1" hasCustomPrompt="1"/>
          </p:nvPr>
        </p:nvSpPr>
        <p:spPr>
          <a:xfrm>
            <a:off x="3449583" y="1756562"/>
            <a:ext cx="5485738" cy="3878649"/>
          </a:xfrm>
          <a:prstGeom prst="rect">
            <a:avLst/>
          </a:prstGeom>
        </p:spPr>
        <p:txBody>
          <a:bodyPr vert="horz" lIns="91440" tIns="45720" rIns="91440" bIns="45720" rtlCol="0">
            <a:normAutofit/>
          </a:bodyPr>
          <a:lstStyle>
            <a:lvl1pPr>
              <a:defRPr sz="1400" b="1">
                <a:solidFill>
                  <a:schemeClr val="bg1"/>
                </a:solidFill>
                <a:latin typeface="+mj-lt"/>
              </a:defRPr>
            </a:lvl1pPr>
            <a:lvl2pPr marL="457200" indent="0">
              <a:buFont typeface="Arial" panose="020B0604020202020204" pitchFamily="34" charset="0"/>
              <a:buNone/>
              <a:defRPr sz="1400" b="1">
                <a:solidFill>
                  <a:schemeClr val="bg1"/>
                </a:solidFill>
                <a:latin typeface="Franklin Gothic Book" panose="020B0503020102020204" pitchFamily="34" charset="0"/>
              </a:defRPr>
            </a:lvl2pPr>
          </a:lstStyle>
          <a:p>
            <a:pPr lvl="0"/>
            <a:r>
              <a:rPr lang="fr-FR" dirty="0"/>
              <a:t>Question 1 ?</a:t>
            </a:r>
          </a:p>
          <a:p>
            <a:pPr lvl="0"/>
            <a:endParaRPr lang="fr-FR" dirty="0"/>
          </a:p>
          <a:p>
            <a:pPr lvl="0"/>
            <a:r>
              <a:rPr lang="fr-FR" dirty="0"/>
              <a:t>Question 2 ?</a:t>
            </a:r>
          </a:p>
          <a:p>
            <a:pPr lvl="1"/>
            <a:endParaRPr lang="fr-FR" dirty="0"/>
          </a:p>
          <a:p>
            <a:pPr lvl="0"/>
            <a:r>
              <a:rPr lang="fr-FR" dirty="0"/>
              <a:t>Question 3 ?</a:t>
            </a:r>
          </a:p>
          <a:p>
            <a:pPr lvl="1"/>
            <a:endParaRPr lang="fr-FR" dirty="0"/>
          </a:p>
          <a:p>
            <a:pPr lvl="0"/>
            <a:r>
              <a:rPr lang="fr-FR" dirty="0"/>
              <a:t>Question 4 ?</a:t>
            </a:r>
          </a:p>
          <a:p>
            <a:pPr lvl="1"/>
            <a:endParaRPr lang="fr-FR" dirty="0"/>
          </a:p>
        </p:txBody>
      </p:sp>
      <p:sp>
        <p:nvSpPr>
          <p:cNvPr id="28" name="Espace réservé du titre 1"/>
          <p:cNvSpPr txBox="1">
            <a:spLocks/>
          </p:cNvSpPr>
          <p:nvPr userDrawn="1"/>
        </p:nvSpPr>
        <p:spPr>
          <a:xfrm>
            <a:off x="306576" y="866925"/>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CONSIGNES</a:t>
            </a:r>
          </a:p>
        </p:txBody>
      </p:sp>
      <p:sp>
        <p:nvSpPr>
          <p:cNvPr id="29" name="Espace réservé du titre 1"/>
          <p:cNvSpPr txBox="1">
            <a:spLocks/>
          </p:cNvSpPr>
          <p:nvPr userDrawn="1"/>
        </p:nvSpPr>
        <p:spPr>
          <a:xfrm>
            <a:off x="306576" y="3440346"/>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OBJECTIFS</a:t>
            </a: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32" name="Espace réservé du titre 1"/>
          <p:cNvSpPr txBox="1">
            <a:spLocks/>
          </p:cNvSpPr>
          <p:nvPr userDrawn="1"/>
        </p:nvSpPr>
        <p:spPr>
          <a:xfrm>
            <a:off x="4364056" y="631156"/>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MINI-TEST</a:t>
            </a:r>
          </a:p>
        </p:txBody>
      </p:sp>
      <p:cxnSp>
        <p:nvCxnSpPr>
          <p:cNvPr id="33" name="Connecteur droit 32"/>
          <p:cNvCxnSpPr>
            <a:cxnSpLocks/>
          </p:cNvCxnSpPr>
          <p:nvPr userDrawn="1"/>
        </p:nvCxnSpPr>
        <p:spPr>
          <a:xfrm flipH="1">
            <a:off x="3357304" y="351692"/>
            <a:ext cx="5485738"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16" name="Espace réservé du texte 7">
            <a:extLst>
              <a:ext uri="{FF2B5EF4-FFF2-40B4-BE49-F238E27FC236}">
                <a16:creationId xmlns:a16="http://schemas.microsoft.com/office/drawing/2014/main" id="{2F192B40-4B99-1790-5D01-386F5A2EFFA3}"/>
              </a:ext>
            </a:extLst>
          </p:cNvPr>
          <p:cNvSpPr>
            <a:spLocks noGrp="1"/>
          </p:cNvSpPr>
          <p:nvPr>
            <p:ph type="body" sz="quarter" idx="19" hasCustomPrompt="1"/>
          </p:nvPr>
        </p:nvSpPr>
        <p:spPr>
          <a:xfrm>
            <a:off x="394283" y="1289567"/>
            <a:ext cx="2421840" cy="1903227"/>
          </a:xfrm>
          <a:prstGeom prst="rect">
            <a:avLst/>
          </a:prstGeom>
        </p:spPr>
        <p:txBody>
          <a:bodyPr/>
          <a:lstStyle>
            <a:lvl1pPr>
              <a:defRPr sz="10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
        <p:nvSpPr>
          <p:cNvPr id="3" name="Espace réservé du texte 2">
            <a:extLst>
              <a:ext uri="{FF2B5EF4-FFF2-40B4-BE49-F238E27FC236}">
                <a16:creationId xmlns:a16="http://schemas.microsoft.com/office/drawing/2014/main" id="{E4CF542E-40F9-24F1-41BC-8A682388FBA3}"/>
              </a:ext>
            </a:extLst>
          </p:cNvPr>
          <p:cNvSpPr>
            <a:spLocks noGrp="1"/>
          </p:cNvSpPr>
          <p:nvPr>
            <p:ph type="body" sz="quarter" idx="20" hasCustomPrompt="1"/>
          </p:nvPr>
        </p:nvSpPr>
        <p:spPr>
          <a:xfrm>
            <a:off x="393700" y="3917950"/>
            <a:ext cx="2422525" cy="1976438"/>
          </a:xfrm>
          <a:prstGeom prst="rect">
            <a:avLst/>
          </a:prstGeom>
        </p:spPr>
        <p:txBody>
          <a:bodyPr/>
          <a:lstStyle>
            <a:lvl1pPr>
              <a:defRPr sz="1200">
                <a:latin typeface="+mj-lt"/>
              </a:defRPr>
            </a:lvl1pPr>
          </a:lstStyle>
          <a:p>
            <a:pPr marL="171450" lvl="0" indent="-171450">
              <a:lnSpc>
                <a:spcPct val="100000"/>
              </a:lnSpc>
              <a:buFont typeface="Arial" panose="020B0604020202020204" pitchFamily="34" charset="0"/>
              <a:buChar char="•"/>
            </a:pPr>
            <a:r>
              <a:rPr lang="fr-FR" sz="1200" dirty="0">
                <a:solidFill>
                  <a:srgbClr val="101024"/>
                </a:solidFill>
                <a:latin typeface="+mj-lt"/>
              </a:rPr>
              <a:t>Point 1</a:t>
            </a:r>
          </a:p>
          <a:p>
            <a:pPr marL="171450" lvl="0" indent="-171450">
              <a:lnSpc>
                <a:spcPct val="100000"/>
              </a:lnSpc>
              <a:buFont typeface="Arial" panose="020B0604020202020204" pitchFamily="34" charset="0"/>
              <a:buChar char="•"/>
            </a:pPr>
            <a:r>
              <a:rPr lang="fr-FR" sz="1200" dirty="0">
                <a:solidFill>
                  <a:srgbClr val="101024"/>
                </a:solidFill>
                <a:latin typeface="+mj-lt"/>
              </a:rPr>
              <a:t>Point 2</a:t>
            </a:r>
          </a:p>
          <a:p>
            <a:pPr marL="171450" lvl="0" indent="-171450">
              <a:lnSpc>
                <a:spcPct val="100000"/>
              </a:lnSpc>
              <a:buFont typeface="Arial" panose="020B0604020202020204" pitchFamily="34" charset="0"/>
              <a:buChar char="•"/>
            </a:pPr>
            <a:r>
              <a:rPr lang="fr-FR" sz="1200" dirty="0">
                <a:solidFill>
                  <a:srgbClr val="101024"/>
                </a:solidFill>
                <a:latin typeface="+mj-lt"/>
              </a:rPr>
              <a:t>Point 3</a:t>
            </a:r>
          </a:p>
          <a:p>
            <a:pPr lvl="0"/>
            <a:endParaRPr lang="fr-FR" dirty="0"/>
          </a:p>
        </p:txBody>
      </p:sp>
    </p:spTree>
    <p:extLst>
      <p:ext uri="{BB962C8B-B14F-4D97-AF65-F5344CB8AC3E}">
        <p14:creationId xmlns:p14="http://schemas.microsoft.com/office/powerpoint/2010/main" val="23946664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5" name="Rectangle 4"/>
          <p:cNvSpPr/>
          <p:nvPr userDrawn="1"/>
        </p:nvSpPr>
        <p:spPr>
          <a:xfrm>
            <a:off x="-3629" y="0"/>
            <a:ext cx="5948249"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8" name="Rectangle 17"/>
          <p:cNvSpPr/>
          <p:nvPr userDrawn="1"/>
        </p:nvSpPr>
        <p:spPr>
          <a:xfrm>
            <a:off x="5907314" y="0"/>
            <a:ext cx="3253500"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du titre 1"/>
          <p:cNvSpPr txBox="1">
            <a:spLocks/>
          </p:cNvSpPr>
          <p:nvPr userDrawn="1"/>
        </p:nvSpPr>
        <p:spPr>
          <a:xfrm>
            <a:off x="297542" y="693197"/>
            <a:ext cx="53031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baseline="0" dirty="0">
                <a:solidFill>
                  <a:srgbClr val="C2211D"/>
                </a:solidFill>
                <a:latin typeface="+mj-lt"/>
              </a:rPr>
              <a:t>À VOUS DE JOUER !</a:t>
            </a:r>
            <a:endParaRPr lang="fr-FR" sz="1400" spc="0" dirty="0">
              <a:solidFill>
                <a:srgbClr val="C2211D"/>
              </a:solidFill>
              <a:latin typeface="+mj-lt"/>
            </a:endParaRP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6" name="Espace réservé du texte 2"/>
          <p:cNvSpPr>
            <a:spLocks noGrp="1"/>
          </p:cNvSpPr>
          <p:nvPr>
            <p:ph idx="1" hasCustomPrompt="1"/>
          </p:nvPr>
        </p:nvSpPr>
        <p:spPr>
          <a:xfrm>
            <a:off x="297542" y="1431913"/>
            <a:ext cx="5485738" cy="4925344"/>
          </a:xfrm>
          <a:prstGeom prst="rect">
            <a:avLst/>
          </a:prstGeom>
        </p:spPr>
        <p:txBody>
          <a:bodyPr vert="horz" lIns="91440" tIns="45720" rIns="91440" bIns="45720" rtlCol="0">
            <a:normAutofit/>
          </a:bodyPr>
          <a:lstStyle>
            <a:lvl1pPr>
              <a:defRPr sz="1400">
                <a:solidFill>
                  <a:srgbClr val="101024"/>
                </a:solidFill>
                <a:latin typeface="+mj-lt"/>
              </a:defRPr>
            </a:lvl1pPr>
            <a:lvl2pPr marL="742950" indent="-285750">
              <a:buFont typeface="Arial" panose="020B0604020202020204" pitchFamily="34" charset="0"/>
              <a:buChar char="•"/>
              <a:defRPr sz="1400">
                <a:solidFill>
                  <a:srgbClr val="101024"/>
                </a:solidFill>
                <a:latin typeface="+mj-lt"/>
              </a:defRPr>
            </a:lvl2pPr>
          </a:lstStyle>
          <a:p>
            <a:pPr lvl="0"/>
            <a:r>
              <a:rPr lang="fr-FR" dirty="0"/>
              <a:t>Question 1 ?</a:t>
            </a:r>
          </a:p>
          <a:p>
            <a:pPr lvl="1"/>
            <a:r>
              <a:rPr lang="fr-FR" dirty="0"/>
              <a:t>Réponse 1</a:t>
            </a:r>
          </a:p>
          <a:p>
            <a:pPr lvl="1"/>
            <a:r>
              <a:rPr lang="fr-FR" dirty="0"/>
              <a:t>Réponse 2</a:t>
            </a:r>
          </a:p>
          <a:p>
            <a:pPr lvl="1"/>
            <a:r>
              <a:rPr lang="fr-FR" dirty="0"/>
              <a:t>Réponse 3</a:t>
            </a:r>
          </a:p>
          <a:p>
            <a:pPr lvl="0"/>
            <a:r>
              <a:rPr lang="fr-FR" dirty="0"/>
              <a:t>Question 2 ?</a:t>
            </a:r>
          </a:p>
          <a:p>
            <a:pPr lvl="1"/>
            <a:r>
              <a:rPr lang="fr-FR" dirty="0"/>
              <a:t>Réponse 1</a:t>
            </a:r>
          </a:p>
          <a:p>
            <a:pPr lvl="1"/>
            <a:r>
              <a:rPr lang="fr-FR" dirty="0"/>
              <a:t>Réponse 2</a:t>
            </a:r>
          </a:p>
          <a:p>
            <a:pPr lvl="1"/>
            <a:r>
              <a:rPr lang="fr-FR" dirty="0"/>
              <a:t>Réponse 3</a:t>
            </a:r>
          </a:p>
          <a:p>
            <a:pPr lvl="0"/>
            <a:r>
              <a:rPr lang="fr-FR" dirty="0"/>
              <a:t>Question 3 ?</a:t>
            </a:r>
          </a:p>
          <a:p>
            <a:pPr lvl="1"/>
            <a:r>
              <a:rPr lang="fr-FR" dirty="0"/>
              <a:t>Réponse 1</a:t>
            </a:r>
          </a:p>
          <a:p>
            <a:pPr lvl="1"/>
            <a:r>
              <a:rPr lang="fr-FR" dirty="0"/>
              <a:t>Réponse 2</a:t>
            </a:r>
          </a:p>
          <a:p>
            <a:pPr lvl="1"/>
            <a:r>
              <a:rPr lang="fr-FR" dirty="0"/>
              <a:t>Réponse 3</a:t>
            </a:r>
          </a:p>
          <a:p>
            <a:pPr lvl="0"/>
            <a:r>
              <a:rPr lang="fr-FR" dirty="0"/>
              <a:t>Question 4 ?</a:t>
            </a:r>
          </a:p>
          <a:p>
            <a:pPr lvl="1"/>
            <a:r>
              <a:rPr lang="fr-FR" dirty="0"/>
              <a:t>Réponse 1</a:t>
            </a:r>
          </a:p>
          <a:p>
            <a:pPr lvl="1"/>
            <a:r>
              <a:rPr lang="fr-FR" dirty="0"/>
              <a:t>Réponse 2</a:t>
            </a:r>
          </a:p>
          <a:p>
            <a:pPr lvl="1"/>
            <a:r>
              <a:rPr lang="fr-FR" dirty="0"/>
              <a:t>Réponse 3</a:t>
            </a:r>
          </a:p>
          <a:p>
            <a:pPr lvl="1"/>
            <a:endParaRPr lang="fr-FR" dirty="0"/>
          </a:p>
        </p:txBody>
      </p:sp>
      <p:sp>
        <p:nvSpPr>
          <p:cNvPr id="20" name="Espace réservé du texte 2"/>
          <p:cNvSpPr txBox="1">
            <a:spLocks/>
          </p:cNvSpPr>
          <p:nvPr userDrawn="1"/>
        </p:nvSpPr>
        <p:spPr>
          <a:xfrm>
            <a:off x="297542" y="1062555"/>
            <a:ext cx="5280894" cy="165658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buFont typeface="Arial" panose="020B0604020202020204" pitchFamily="34" charset="0"/>
              <a:buNone/>
            </a:pPr>
            <a:r>
              <a:rPr lang="fr-FR" sz="1100" dirty="0">
                <a:solidFill>
                  <a:srgbClr val="101024"/>
                </a:solidFill>
                <a:latin typeface="+mj-lt"/>
              </a:rPr>
              <a:t>Plusieurs réponses possibles…</a:t>
            </a:r>
          </a:p>
        </p:txBody>
      </p:sp>
      <p:cxnSp>
        <p:nvCxnSpPr>
          <p:cNvPr id="25" name="Connecteur droit 24"/>
          <p:cNvCxnSpPr>
            <a:cxnSpLocks/>
          </p:cNvCxnSpPr>
          <p:nvPr userDrawn="1"/>
        </p:nvCxnSpPr>
        <p:spPr>
          <a:xfrm flipH="1">
            <a:off x="5907314" y="282119"/>
            <a:ext cx="3167112"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26" name="Espace réservé du titre 1"/>
          <p:cNvSpPr txBox="1">
            <a:spLocks/>
          </p:cNvSpPr>
          <p:nvPr userDrawn="1"/>
        </p:nvSpPr>
        <p:spPr>
          <a:xfrm>
            <a:off x="4364056" y="499875"/>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QCM</a:t>
            </a:r>
          </a:p>
        </p:txBody>
      </p:sp>
      <p:cxnSp>
        <p:nvCxnSpPr>
          <p:cNvPr id="17" name="Connecteur droit 16">
            <a:extLst>
              <a:ext uri="{FF2B5EF4-FFF2-40B4-BE49-F238E27FC236}">
                <a16:creationId xmlns:a16="http://schemas.microsoft.com/office/drawing/2014/main" id="{0606FFC2-5770-78BA-E527-CB13855EB08B}"/>
              </a:ext>
            </a:extLst>
          </p:cNvPr>
          <p:cNvCxnSpPr>
            <a:cxnSpLocks/>
          </p:cNvCxnSpPr>
          <p:nvPr userDrawn="1"/>
        </p:nvCxnSpPr>
        <p:spPr>
          <a:xfrm flipH="1">
            <a:off x="2685741" y="282119"/>
            <a:ext cx="3167112" cy="0"/>
          </a:xfrm>
          <a:prstGeom prst="line">
            <a:avLst/>
          </a:prstGeom>
          <a:ln w="76200">
            <a:solidFill>
              <a:srgbClr val="101024"/>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423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Disposition personnalisée">
    <p:spTree>
      <p:nvGrpSpPr>
        <p:cNvPr id="1" name=""/>
        <p:cNvGrpSpPr/>
        <p:nvPr/>
      </p:nvGrpSpPr>
      <p:grpSpPr>
        <a:xfrm>
          <a:off x="0" y="0"/>
          <a:ext cx="0" cy="0"/>
          <a:chOff x="0" y="0"/>
          <a:chExt cx="0" cy="0"/>
        </a:xfrm>
      </p:grpSpPr>
      <p:sp>
        <p:nvSpPr>
          <p:cNvPr id="5" name="Rectangle 4"/>
          <p:cNvSpPr/>
          <p:nvPr userDrawn="1"/>
        </p:nvSpPr>
        <p:spPr>
          <a:xfrm>
            <a:off x="-3629" y="0"/>
            <a:ext cx="5948249"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8" name="Rectangle 17"/>
          <p:cNvSpPr/>
          <p:nvPr userDrawn="1"/>
        </p:nvSpPr>
        <p:spPr>
          <a:xfrm>
            <a:off x="5907314" y="0"/>
            <a:ext cx="3253500"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du titre 1"/>
          <p:cNvSpPr txBox="1">
            <a:spLocks/>
          </p:cNvSpPr>
          <p:nvPr userDrawn="1"/>
        </p:nvSpPr>
        <p:spPr>
          <a:xfrm>
            <a:off x="297542" y="693197"/>
            <a:ext cx="53031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baseline="0" dirty="0">
                <a:solidFill>
                  <a:srgbClr val="C2211D"/>
                </a:solidFill>
                <a:latin typeface="+mj-lt"/>
              </a:rPr>
              <a:t>À VOUS DE JOUER !</a:t>
            </a:r>
            <a:endParaRPr lang="fr-FR" sz="1400" spc="0" dirty="0">
              <a:solidFill>
                <a:srgbClr val="C2211D"/>
              </a:solidFill>
              <a:latin typeface="+mj-lt"/>
            </a:endParaRP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6" name="Espace réservé du texte 2"/>
          <p:cNvSpPr>
            <a:spLocks noGrp="1"/>
          </p:cNvSpPr>
          <p:nvPr>
            <p:ph idx="1" hasCustomPrompt="1"/>
          </p:nvPr>
        </p:nvSpPr>
        <p:spPr>
          <a:xfrm>
            <a:off x="297542" y="1431913"/>
            <a:ext cx="5485738" cy="4925344"/>
          </a:xfrm>
          <a:prstGeom prst="rect">
            <a:avLst/>
          </a:prstGeom>
        </p:spPr>
        <p:txBody>
          <a:bodyPr vert="horz" lIns="91440" tIns="45720" rIns="91440" bIns="45720" rtlCol="0">
            <a:normAutofit/>
          </a:bodyPr>
          <a:lstStyle>
            <a:lvl1pPr>
              <a:defRPr sz="1400">
                <a:solidFill>
                  <a:srgbClr val="101024"/>
                </a:solidFill>
                <a:latin typeface="+mj-lt"/>
              </a:defRPr>
            </a:lvl1pPr>
            <a:lvl2pPr marL="742950" indent="-285750">
              <a:buFont typeface="Arial" panose="020B0604020202020204" pitchFamily="34" charset="0"/>
              <a:buChar char="•"/>
              <a:defRPr sz="1400">
                <a:solidFill>
                  <a:srgbClr val="101024"/>
                </a:solidFill>
                <a:latin typeface="+mj-lt"/>
              </a:defRPr>
            </a:lvl2pPr>
          </a:lstStyle>
          <a:p>
            <a:pPr lvl="0"/>
            <a:r>
              <a:rPr lang="fr-FR" dirty="0"/>
              <a:t>Question 1 ?</a:t>
            </a:r>
          </a:p>
          <a:p>
            <a:pPr lvl="1"/>
            <a:r>
              <a:rPr lang="fr-FR" dirty="0"/>
              <a:t>Réponse 1</a:t>
            </a:r>
          </a:p>
          <a:p>
            <a:pPr lvl="1"/>
            <a:r>
              <a:rPr lang="fr-FR" dirty="0"/>
              <a:t>Réponse 2</a:t>
            </a:r>
          </a:p>
          <a:p>
            <a:pPr lvl="1"/>
            <a:r>
              <a:rPr lang="fr-FR" dirty="0"/>
              <a:t>Réponse 3</a:t>
            </a:r>
          </a:p>
          <a:p>
            <a:pPr lvl="0"/>
            <a:r>
              <a:rPr lang="fr-FR" dirty="0"/>
              <a:t>Question 2 ?</a:t>
            </a:r>
          </a:p>
          <a:p>
            <a:pPr lvl="1"/>
            <a:r>
              <a:rPr lang="fr-FR" dirty="0"/>
              <a:t>Réponse 1</a:t>
            </a:r>
          </a:p>
          <a:p>
            <a:pPr lvl="1"/>
            <a:r>
              <a:rPr lang="fr-FR" dirty="0"/>
              <a:t>Réponse 2</a:t>
            </a:r>
          </a:p>
          <a:p>
            <a:pPr lvl="1"/>
            <a:r>
              <a:rPr lang="fr-FR" dirty="0"/>
              <a:t>Réponse 3</a:t>
            </a:r>
          </a:p>
          <a:p>
            <a:pPr lvl="0"/>
            <a:r>
              <a:rPr lang="fr-FR" dirty="0"/>
              <a:t>Question 3 ?</a:t>
            </a:r>
          </a:p>
          <a:p>
            <a:pPr lvl="1"/>
            <a:r>
              <a:rPr lang="fr-FR" dirty="0"/>
              <a:t>Réponse 1</a:t>
            </a:r>
          </a:p>
          <a:p>
            <a:pPr lvl="1"/>
            <a:r>
              <a:rPr lang="fr-FR" dirty="0"/>
              <a:t>Réponse 2</a:t>
            </a:r>
          </a:p>
          <a:p>
            <a:pPr lvl="1"/>
            <a:r>
              <a:rPr lang="fr-FR" dirty="0"/>
              <a:t>Réponse 3</a:t>
            </a:r>
          </a:p>
          <a:p>
            <a:pPr lvl="0"/>
            <a:r>
              <a:rPr lang="fr-FR" dirty="0"/>
              <a:t>Question 4 ?</a:t>
            </a:r>
          </a:p>
          <a:p>
            <a:pPr lvl="1"/>
            <a:r>
              <a:rPr lang="fr-FR" dirty="0"/>
              <a:t>Réponse 1</a:t>
            </a:r>
          </a:p>
          <a:p>
            <a:pPr lvl="1"/>
            <a:r>
              <a:rPr lang="fr-FR" dirty="0"/>
              <a:t>Réponse 2</a:t>
            </a:r>
          </a:p>
          <a:p>
            <a:pPr lvl="1"/>
            <a:r>
              <a:rPr lang="fr-FR" dirty="0"/>
              <a:t>Réponse 3</a:t>
            </a:r>
          </a:p>
          <a:p>
            <a:pPr lvl="1"/>
            <a:endParaRPr lang="fr-FR" dirty="0"/>
          </a:p>
        </p:txBody>
      </p:sp>
      <p:sp>
        <p:nvSpPr>
          <p:cNvPr id="20" name="Espace réservé du texte 2"/>
          <p:cNvSpPr txBox="1">
            <a:spLocks/>
          </p:cNvSpPr>
          <p:nvPr userDrawn="1"/>
        </p:nvSpPr>
        <p:spPr>
          <a:xfrm>
            <a:off x="297542" y="1062555"/>
            <a:ext cx="5280894" cy="165658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buFont typeface="Arial" panose="020B0604020202020204" pitchFamily="34" charset="0"/>
              <a:buNone/>
            </a:pPr>
            <a:r>
              <a:rPr lang="fr-FR" sz="1100" dirty="0">
                <a:solidFill>
                  <a:srgbClr val="101024"/>
                </a:solidFill>
                <a:latin typeface="+mj-lt"/>
              </a:rPr>
              <a:t>Plusieurs réponses possibles…</a:t>
            </a:r>
          </a:p>
        </p:txBody>
      </p:sp>
      <p:cxnSp>
        <p:nvCxnSpPr>
          <p:cNvPr id="25" name="Connecteur droit 24"/>
          <p:cNvCxnSpPr>
            <a:cxnSpLocks/>
          </p:cNvCxnSpPr>
          <p:nvPr userDrawn="1"/>
        </p:nvCxnSpPr>
        <p:spPr>
          <a:xfrm flipH="1">
            <a:off x="5907314" y="282119"/>
            <a:ext cx="3167112"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26" name="Espace réservé du titre 1"/>
          <p:cNvSpPr txBox="1">
            <a:spLocks/>
          </p:cNvSpPr>
          <p:nvPr userDrawn="1"/>
        </p:nvSpPr>
        <p:spPr>
          <a:xfrm>
            <a:off x="4364056" y="499875"/>
            <a:ext cx="4335932" cy="471538"/>
          </a:xfrm>
          <a:prstGeom prst="rect">
            <a:avLst/>
          </a:prstGeom>
          <a:ln>
            <a:noFill/>
          </a:ln>
        </p:spPr>
        <p:txBody>
          <a:bodyPr vert="horz" lIns="91440" tIns="45720" rIns="91440" bIns="45720" rtlCol="0" anchor="ctr">
            <a:normAutofit lnSpcReduction="10000"/>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dirty="0">
                <a:solidFill>
                  <a:srgbClr val="FFFFFF"/>
                </a:solidFill>
                <a:latin typeface="+mj-lt"/>
              </a:rPr>
              <a:t>QCM</a:t>
            </a:r>
          </a:p>
        </p:txBody>
      </p:sp>
      <p:cxnSp>
        <p:nvCxnSpPr>
          <p:cNvPr id="17" name="Connecteur droit 16">
            <a:extLst>
              <a:ext uri="{FF2B5EF4-FFF2-40B4-BE49-F238E27FC236}">
                <a16:creationId xmlns:a16="http://schemas.microsoft.com/office/drawing/2014/main" id="{0606FFC2-5770-78BA-E527-CB13855EB08B}"/>
              </a:ext>
            </a:extLst>
          </p:cNvPr>
          <p:cNvCxnSpPr>
            <a:cxnSpLocks/>
          </p:cNvCxnSpPr>
          <p:nvPr userDrawn="1"/>
        </p:nvCxnSpPr>
        <p:spPr>
          <a:xfrm flipH="1">
            <a:off x="2685741" y="282119"/>
            <a:ext cx="3167112" cy="0"/>
          </a:xfrm>
          <a:prstGeom prst="line">
            <a:avLst/>
          </a:prstGeom>
          <a:ln w="76200">
            <a:solidFill>
              <a:srgbClr val="101024"/>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3738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ravaux pratiques fin de chapitre">
    <p:spTree>
      <p:nvGrpSpPr>
        <p:cNvPr id="1" name=""/>
        <p:cNvGrpSpPr/>
        <p:nvPr/>
      </p:nvGrpSpPr>
      <p:grpSpPr>
        <a:xfrm>
          <a:off x="0" y="0"/>
          <a:ext cx="0" cy="0"/>
          <a:chOff x="0" y="0"/>
          <a:chExt cx="0" cy="0"/>
        </a:xfrm>
      </p:grpSpPr>
      <p:sp>
        <p:nvSpPr>
          <p:cNvPr id="25" name="Rectangle 24"/>
          <p:cNvSpPr/>
          <p:nvPr userDrawn="1"/>
        </p:nvSpPr>
        <p:spPr>
          <a:xfrm>
            <a:off x="-8277" y="0"/>
            <a:ext cx="3127809" cy="64858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p:cNvSpPr/>
          <p:nvPr userDrawn="1"/>
        </p:nvSpPr>
        <p:spPr>
          <a:xfrm>
            <a:off x="3120743" y="0"/>
            <a:ext cx="6040071"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p:cNvSpPr/>
          <p:nvPr userDrawn="1"/>
        </p:nvSpPr>
        <p:spPr>
          <a:xfrm>
            <a:off x="-3628" y="0"/>
            <a:ext cx="3148590"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8" name="Rectangle 1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9"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20"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pic>
        <p:nvPicPr>
          <p:cNvPr id="17" name="Image 16"/>
          <p:cNvPicPr>
            <a:picLocks noChangeAspect="1"/>
          </p:cNvPicPr>
          <p:nvPr userDrawn="1"/>
        </p:nvPicPr>
        <p:blipFill>
          <a:blip r:embed="rId2">
            <a:lum bright="100000" contrast="-100000"/>
            <a:extLst>
              <a:ext uri="{28A0092B-C50C-407E-A947-70E740481C1C}">
                <a14:useLocalDpi xmlns:a14="http://schemas.microsoft.com/office/drawing/2010/main" val="0"/>
              </a:ext>
            </a:extLst>
          </a:blip>
          <a:stretch>
            <a:fillRect/>
          </a:stretch>
        </p:blipFill>
        <p:spPr>
          <a:xfrm>
            <a:off x="3890738" y="1390036"/>
            <a:ext cx="1437905" cy="524197"/>
          </a:xfrm>
          <a:prstGeom prst="rect">
            <a:avLst/>
          </a:prstGeom>
          <a:noFill/>
        </p:spPr>
      </p:pic>
      <p:sp>
        <p:nvSpPr>
          <p:cNvPr id="23" name="Espace réservé du texte 2"/>
          <p:cNvSpPr txBox="1">
            <a:spLocks/>
          </p:cNvSpPr>
          <p:nvPr userDrawn="1"/>
        </p:nvSpPr>
        <p:spPr>
          <a:xfrm>
            <a:off x="4533922" y="1423569"/>
            <a:ext cx="2194869" cy="151402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fr-FR" sz="2000" b="1" baseline="0" dirty="0">
                <a:solidFill>
                  <a:schemeClr val="bg1"/>
                </a:solidFill>
                <a:latin typeface="+mj-lt"/>
              </a:rPr>
              <a:t>COMPÉTENCES À VALIDER</a:t>
            </a:r>
            <a:endParaRPr lang="fr-FR" sz="1200" b="1" dirty="0">
              <a:latin typeface="+mj-lt"/>
            </a:endParaRPr>
          </a:p>
        </p:txBody>
      </p:sp>
      <p:sp>
        <p:nvSpPr>
          <p:cNvPr id="27"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26" name="Espace réservé du titre 1"/>
          <p:cNvSpPr txBox="1">
            <a:spLocks/>
          </p:cNvSpPr>
          <p:nvPr userDrawn="1"/>
        </p:nvSpPr>
        <p:spPr>
          <a:xfrm>
            <a:off x="3368842" y="650877"/>
            <a:ext cx="5331146"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3000" dirty="0">
                <a:solidFill>
                  <a:srgbClr val="FFFFFF"/>
                </a:solidFill>
                <a:latin typeface="+mj-lt"/>
              </a:rPr>
              <a:t>ÉVALUATION</a:t>
            </a:r>
          </a:p>
        </p:txBody>
      </p:sp>
      <p:cxnSp>
        <p:nvCxnSpPr>
          <p:cNvPr id="28" name="Connecteur droit 27"/>
          <p:cNvCxnSpPr>
            <a:cxnSpLocks/>
          </p:cNvCxnSpPr>
          <p:nvPr userDrawn="1"/>
        </p:nvCxnSpPr>
        <p:spPr>
          <a:xfrm flipH="1">
            <a:off x="3305262" y="351692"/>
            <a:ext cx="5595457"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31" name="Espace réservé du titre 1"/>
          <p:cNvSpPr txBox="1">
            <a:spLocks/>
          </p:cNvSpPr>
          <p:nvPr userDrawn="1"/>
        </p:nvSpPr>
        <p:spPr>
          <a:xfrm>
            <a:off x="297542" y="873677"/>
            <a:ext cx="53031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baseline="0" dirty="0">
                <a:solidFill>
                  <a:srgbClr val="C2211D"/>
                </a:solidFill>
                <a:latin typeface="+mj-lt"/>
              </a:rPr>
              <a:t>TRAVAUX PRATIQUES</a:t>
            </a:r>
            <a:endParaRPr lang="fr-FR" sz="1400" spc="0" dirty="0">
              <a:solidFill>
                <a:srgbClr val="C2211D"/>
              </a:solidFill>
              <a:latin typeface="+mj-lt"/>
            </a:endParaRPr>
          </a:p>
        </p:txBody>
      </p:sp>
      <p:sp>
        <p:nvSpPr>
          <p:cNvPr id="3" name="Espace réservé du texte 2">
            <a:extLst>
              <a:ext uri="{FF2B5EF4-FFF2-40B4-BE49-F238E27FC236}">
                <a16:creationId xmlns:a16="http://schemas.microsoft.com/office/drawing/2014/main" id="{51F9B4BF-5089-B48B-1055-909D4D52745F}"/>
              </a:ext>
            </a:extLst>
          </p:cNvPr>
          <p:cNvSpPr>
            <a:spLocks noGrp="1"/>
          </p:cNvSpPr>
          <p:nvPr>
            <p:ph type="body" sz="quarter" idx="10" hasCustomPrompt="1"/>
          </p:nvPr>
        </p:nvSpPr>
        <p:spPr>
          <a:xfrm>
            <a:off x="385894" y="1390650"/>
            <a:ext cx="2399251" cy="4289425"/>
          </a:xfrm>
          <a:prstGeom prst="rect">
            <a:avLst/>
          </a:prstGeom>
        </p:spPr>
        <p:txBody>
          <a:bodyPr/>
          <a:lstStyle/>
          <a:p>
            <a:pPr marL="0" indent="0" algn="l">
              <a:lnSpc>
                <a:spcPct val="100000"/>
              </a:lnSpc>
              <a:buFont typeface="Arial" panose="020B0604020202020204" pitchFamily="34" charset="0"/>
              <a:buNone/>
            </a:pPr>
            <a:r>
              <a:rPr lang="fr-FR" sz="1100" dirty="0">
                <a:solidFill>
                  <a:srgbClr val="101024"/>
                </a:solidFill>
                <a:latin typeface="+mj-lt"/>
              </a:rPr>
              <a:t>Lorem ipsum dolor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consectetur adipiscing </a:t>
            </a:r>
            <a:r>
              <a:rPr lang="fr-FR" sz="1100" dirty="0" err="1">
                <a:solidFill>
                  <a:srgbClr val="101024"/>
                </a:solidFill>
                <a:latin typeface="+mj-lt"/>
              </a:rPr>
              <a:t>elit</a:t>
            </a:r>
            <a:r>
              <a:rPr lang="fr-FR" sz="1100" dirty="0">
                <a:solidFill>
                  <a:srgbClr val="101024"/>
                </a:solidFill>
                <a:latin typeface="+mj-lt"/>
              </a:rPr>
              <a:t>. Nam sodales </a:t>
            </a:r>
            <a:r>
              <a:rPr lang="fr-FR" sz="1100" dirty="0" err="1">
                <a:solidFill>
                  <a:srgbClr val="101024"/>
                </a:solidFill>
                <a:latin typeface="+mj-lt"/>
              </a:rPr>
              <a:t>lacus</a:t>
            </a:r>
            <a:r>
              <a:rPr lang="fr-FR" sz="1100" dirty="0">
                <a:solidFill>
                  <a:srgbClr val="101024"/>
                </a:solidFill>
                <a:latin typeface="+mj-lt"/>
              </a:rPr>
              <a:t> nec </a:t>
            </a:r>
            <a:r>
              <a:rPr lang="fr-FR" sz="1100" dirty="0" err="1">
                <a:solidFill>
                  <a:srgbClr val="101024"/>
                </a:solidFill>
                <a:latin typeface="+mj-lt"/>
              </a:rPr>
              <a:t>ligula</a:t>
            </a:r>
            <a:r>
              <a:rPr lang="fr-FR" sz="1100" dirty="0">
                <a:solidFill>
                  <a:srgbClr val="101024"/>
                </a:solidFill>
                <a:latin typeface="+mj-lt"/>
              </a:rPr>
              <a:t> rhoncus </a:t>
            </a:r>
            <a:r>
              <a:rPr lang="fr-FR" sz="1100" dirty="0" err="1">
                <a:solidFill>
                  <a:srgbClr val="101024"/>
                </a:solidFill>
                <a:latin typeface="+mj-lt"/>
              </a:rPr>
              <a:t>iaculis</a:t>
            </a:r>
            <a:r>
              <a:rPr lang="fr-FR" sz="1100" dirty="0">
                <a:solidFill>
                  <a:srgbClr val="101024"/>
                </a:solidFill>
                <a:latin typeface="+mj-lt"/>
              </a:rPr>
              <a:t>.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pharetra</a:t>
            </a:r>
            <a:r>
              <a:rPr lang="fr-FR" sz="1100" dirty="0">
                <a:solidFill>
                  <a:srgbClr val="101024"/>
                </a:solidFill>
                <a:latin typeface="+mj-lt"/>
              </a:rPr>
              <a:t> </a:t>
            </a:r>
            <a:r>
              <a:rPr lang="fr-FR" sz="1100" dirty="0" err="1">
                <a:solidFill>
                  <a:srgbClr val="101024"/>
                </a:solidFill>
                <a:latin typeface="+mj-lt"/>
              </a:rPr>
              <a:t>elit</a:t>
            </a:r>
            <a:r>
              <a:rPr lang="fr-FR" sz="1100" dirty="0">
                <a:solidFill>
                  <a:srgbClr val="101024"/>
                </a:solidFill>
                <a:latin typeface="+mj-lt"/>
              </a:rPr>
              <a:t> </a:t>
            </a:r>
            <a:r>
              <a:rPr lang="fr-FR" sz="1100" dirty="0" err="1">
                <a:solidFill>
                  <a:srgbClr val="101024"/>
                </a:solidFill>
                <a:latin typeface="+mj-lt"/>
              </a:rPr>
              <a:t>vel</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faucibus</a:t>
            </a:r>
            <a:r>
              <a:rPr lang="fr-FR" sz="1100" dirty="0">
                <a:solidFill>
                  <a:srgbClr val="101024"/>
                </a:solidFill>
                <a:latin typeface="+mj-lt"/>
              </a:rPr>
              <a:t> </a:t>
            </a:r>
            <a:r>
              <a:rPr lang="fr-FR" sz="1100" dirty="0" err="1">
                <a:solidFill>
                  <a:srgbClr val="101024"/>
                </a:solidFill>
                <a:latin typeface="+mj-lt"/>
              </a:rPr>
              <a:t>elementum</a:t>
            </a:r>
            <a:r>
              <a:rPr lang="fr-FR" sz="1100" dirty="0">
                <a:solidFill>
                  <a:srgbClr val="101024"/>
                </a:solidFill>
                <a:latin typeface="+mj-lt"/>
              </a:rPr>
              <a:t>.</a:t>
            </a:r>
            <a:r>
              <a:rPr lang="fr-FR" sz="1100" baseline="0" dirty="0">
                <a:solidFill>
                  <a:srgbClr val="101024"/>
                </a:solidFill>
                <a:latin typeface="+mj-lt"/>
              </a:rPr>
              <a:t> </a:t>
            </a:r>
            <a:r>
              <a:rPr lang="fr-FR" sz="1100" dirty="0">
                <a:solidFill>
                  <a:srgbClr val="101024"/>
                </a:solidFill>
                <a:latin typeface="+mj-lt"/>
              </a:rPr>
              <a:t>Sed dignissim </a:t>
            </a:r>
            <a:r>
              <a:rPr lang="fr-FR" sz="1100" dirty="0" err="1">
                <a:solidFill>
                  <a:srgbClr val="101024"/>
                </a:solidFill>
                <a:latin typeface="+mj-lt"/>
              </a:rPr>
              <a:t>nisl</a:t>
            </a:r>
            <a:r>
              <a:rPr lang="fr-FR" sz="1100" dirty="0">
                <a:solidFill>
                  <a:srgbClr val="101024"/>
                </a:solidFill>
                <a:latin typeface="+mj-lt"/>
              </a:rPr>
              <a:t> non magna imperdiet, mollis consequat diam commodo. </a:t>
            </a:r>
            <a:r>
              <a:rPr lang="fr-FR" sz="1100" dirty="0" err="1">
                <a:solidFill>
                  <a:srgbClr val="101024"/>
                </a:solidFill>
                <a:latin typeface="+mj-lt"/>
              </a:rPr>
              <a:t>Curabitur</a:t>
            </a:r>
            <a:r>
              <a:rPr lang="fr-FR" sz="1100" dirty="0">
                <a:solidFill>
                  <a:srgbClr val="101024"/>
                </a:solidFill>
                <a:latin typeface="+mj-lt"/>
              </a:rPr>
              <a:t> </a:t>
            </a:r>
            <a:r>
              <a:rPr lang="fr-FR" sz="1100" dirty="0" err="1">
                <a:solidFill>
                  <a:srgbClr val="101024"/>
                </a:solidFill>
                <a:latin typeface="+mj-lt"/>
              </a:rPr>
              <a:t>porttitor</a:t>
            </a:r>
            <a:r>
              <a:rPr lang="fr-FR" sz="1100" dirty="0">
                <a:solidFill>
                  <a:srgbClr val="101024"/>
                </a:solidFill>
                <a:latin typeface="+mj-lt"/>
              </a:rPr>
              <a:t> </a:t>
            </a:r>
            <a:r>
              <a:rPr lang="fr-FR" sz="1100" dirty="0" err="1">
                <a:solidFill>
                  <a:srgbClr val="101024"/>
                </a:solidFill>
                <a:latin typeface="+mj-lt"/>
              </a:rPr>
              <a:t>lectus</a:t>
            </a:r>
            <a:r>
              <a:rPr lang="fr-FR" sz="1100" dirty="0">
                <a:solidFill>
                  <a:srgbClr val="101024"/>
                </a:solidFill>
                <a:latin typeface="+mj-lt"/>
              </a:rPr>
              <a:t> </a:t>
            </a:r>
            <a:r>
              <a:rPr lang="fr-FR" sz="1100" dirty="0" err="1">
                <a:solidFill>
                  <a:srgbClr val="101024"/>
                </a:solidFill>
                <a:latin typeface="+mj-lt"/>
              </a:rPr>
              <a:t>risus</a:t>
            </a:r>
            <a:r>
              <a:rPr lang="fr-FR" sz="1100" dirty="0">
                <a:solidFill>
                  <a:srgbClr val="101024"/>
                </a:solidFill>
                <a:latin typeface="+mj-lt"/>
              </a:rPr>
              <a:t>. </a:t>
            </a:r>
            <a:r>
              <a:rPr lang="fr-FR" sz="1100" dirty="0" err="1">
                <a:solidFill>
                  <a:srgbClr val="101024"/>
                </a:solidFill>
                <a:latin typeface="+mj-lt"/>
              </a:rPr>
              <a:t>Fusce</a:t>
            </a:r>
            <a:r>
              <a:rPr lang="fr-FR" sz="1100" dirty="0">
                <a:solidFill>
                  <a:srgbClr val="101024"/>
                </a:solidFill>
                <a:latin typeface="+mj-lt"/>
              </a:rPr>
              <a:t> </a:t>
            </a:r>
            <a:r>
              <a:rPr lang="fr-FR" sz="1100" dirty="0" err="1">
                <a:solidFill>
                  <a:srgbClr val="101024"/>
                </a:solidFill>
                <a:latin typeface="+mj-lt"/>
              </a:rPr>
              <a:t>maximus</a:t>
            </a:r>
            <a:r>
              <a:rPr lang="fr-FR" sz="1100" dirty="0">
                <a:solidFill>
                  <a:srgbClr val="101024"/>
                </a:solidFill>
                <a:latin typeface="+mj-lt"/>
              </a:rPr>
              <a:t> pretium libero, </a:t>
            </a:r>
            <a:r>
              <a:rPr lang="fr-FR" sz="1100" dirty="0" err="1">
                <a:solidFill>
                  <a:srgbClr val="101024"/>
                </a:solidFill>
                <a:latin typeface="+mj-lt"/>
              </a:rPr>
              <a:t>vestibulum</a:t>
            </a:r>
            <a:r>
              <a:rPr lang="fr-FR" sz="1100" dirty="0">
                <a:solidFill>
                  <a:srgbClr val="101024"/>
                </a:solidFill>
                <a:latin typeface="+mj-lt"/>
              </a:rPr>
              <a:t> </a:t>
            </a:r>
            <a:r>
              <a:rPr lang="fr-FR" sz="1100" dirty="0" err="1">
                <a:solidFill>
                  <a:srgbClr val="101024"/>
                </a:solidFill>
                <a:latin typeface="+mj-lt"/>
              </a:rPr>
              <a:t>fermentum</a:t>
            </a:r>
            <a:r>
              <a:rPr lang="fr-FR" sz="1100" dirty="0">
                <a:solidFill>
                  <a:srgbClr val="101024"/>
                </a:solidFill>
                <a:latin typeface="+mj-lt"/>
              </a:rPr>
              <a:t> </a:t>
            </a:r>
            <a:r>
              <a:rPr lang="fr-FR" sz="1100" dirty="0" err="1">
                <a:solidFill>
                  <a:srgbClr val="101024"/>
                </a:solidFill>
                <a:latin typeface="+mj-lt"/>
              </a:rPr>
              <a:t>arcu</a:t>
            </a:r>
            <a:r>
              <a:rPr lang="fr-FR" sz="1100" dirty="0">
                <a:solidFill>
                  <a:srgbClr val="101024"/>
                </a:solidFill>
                <a:latin typeface="+mj-lt"/>
              </a:rPr>
              <a:t> </a:t>
            </a:r>
            <a:r>
              <a:rPr lang="fr-FR" sz="1100" dirty="0" err="1">
                <a:solidFill>
                  <a:srgbClr val="101024"/>
                </a:solidFill>
                <a:latin typeface="+mj-lt"/>
              </a:rPr>
              <a:t>tincidunt</a:t>
            </a:r>
            <a:r>
              <a:rPr lang="fr-FR" sz="1100" dirty="0">
                <a:solidFill>
                  <a:srgbClr val="101024"/>
                </a:solidFill>
                <a:latin typeface="+mj-lt"/>
              </a:rPr>
              <a:t> </a:t>
            </a:r>
            <a:r>
              <a:rPr lang="fr-FR" sz="1100" dirty="0" err="1">
                <a:solidFill>
                  <a:srgbClr val="101024"/>
                </a:solidFill>
                <a:latin typeface="+mj-lt"/>
              </a:rPr>
              <a:t>sed</a:t>
            </a:r>
            <a:r>
              <a:rPr lang="fr-FR" sz="1100" dirty="0">
                <a:solidFill>
                  <a:srgbClr val="101024"/>
                </a:solidFill>
                <a:latin typeface="+mj-lt"/>
              </a:rPr>
              <a:t>. Duis </a:t>
            </a:r>
            <a:r>
              <a:rPr lang="fr-FR" sz="1100" dirty="0" err="1">
                <a:solidFill>
                  <a:srgbClr val="101024"/>
                </a:solidFill>
                <a:latin typeface="+mj-lt"/>
              </a:rPr>
              <a:t>laoreet</a:t>
            </a:r>
            <a:r>
              <a:rPr lang="fr-FR" sz="1100" dirty="0">
                <a:solidFill>
                  <a:srgbClr val="101024"/>
                </a:solidFill>
                <a:latin typeface="+mj-lt"/>
              </a:rPr>
              <a:t> </a:t>
            </a:r>
            <a:r>
              <a:rPr lang="fr-FR" sz="1100" dirty="0" err="1">
                <a:solidFill>
                  <a:srgbClr val="101024"/>
                </a:solidFill>
                <a:latin typeface="+mj-lt"/>
              </a:rPr>
              <a:t>vulputate</a:t>
            </a:r>
            <a:r>
              <a:rPr lang="fr-FR" sz="1100" dirty="0">
                <a:solidFill>
                  <a:srgbClr val="101024"/>
                </a:solidFill>
                <a:latin typeface="+mj-lt"/>
              </a:rPr>
              <a:t> diam, </a:t>
            </a:r>
            <a:r>
              <a:rPr lang="fr-FR" sz="1100" dirty="0" err="1">
                <a:solidFill>
                  <a:srgbClr val="101024"/>
                </a:solidFill>
                <a:latin typeface="+mj-lt"/>
              </a:rPr>
              <a:t>ac</a:t>
            </a:r>
            <a:r>
              <a:rPr lang="fr-FR" sz="1100" dirty="0">
                <a:solidFill>
                  <a:srgbClr val="101024"/>
                </a:solidFill>
                <a:latin typeface="+mj-lt"/>
              </a:rPr>
              <a:t> pretium est </a:t>
            </a:r>
            <a:r>
              <a:rPr lang="fr-FR" sz="1100" dirty="0" err="1">
                <a:solidFill>
                  <a:srgbClr val="101024"/>
                </a:solidFill>
                <a:latin typeface="+mj-lt"/>
              </a:rPr>
              <a:t>aliquet</a:t>
            </a:r>
            <a:r>
              <a:rPr lang="fr-FR" sz="1100" dirty="0">
                <a:solidFill>
                  <a:srgbClr val="101024"/>
                </a:solidFill>
                <a:latin typeface="+mj-lt"/>
              </a:rPr>
              <a:t> </a:t>
            </a:r>
            <a:r>
              <a:rPr lang="fr-FR" sz="1100" dirty="0" err="1">
                <a:solidFill>
                  <a:srgbClr val="101024"/>
                </a:solidFill>
                <a:latin typeface="+mj-lt"/>
              </a:rPr>
              <a:t>ac</a:t>
            </a:r>
            <a:r>
              <a:rPr lang="fr-FR" sz="1100" dirty="0">
                <a:solidFill>
                  <a:srgbClr val="101024"/>
                </a:solidFill>
                <a:latin typeface="+mj-lt"/>
              </a:rPr>
              <a:t>. Mauris </a:t>
            </a:r>
            <a:r>
              <a:rPr lang="fr-FR" sz="1100" dirty="0" err="1">
                <a:solidFill>
                  <a:srgbClr val="101024"/>
                </a:solidFill>
                <a:latin typeface="+mj-lt"/>
              </a:rPr>
              <a:t>interdum</a:t>
            </a:r>
            <a:r>
              <a:rPr lang="fr-FR" sz="1100" dirty="0">
                <a:solidFill>
                  <a:srgbClr val="101024"/>
                </a:solidFill>
                <a:latin typeface="+mj-lt"/>
              </a:rPr>
              <a:t>, </a:t>
            </a:r>
            <a:r>
              <a:rPr lang="fr-FR" sz="1100" dirty="0" err="1">
                <a:solidFill>
                  <a:srgbClr val="101024"/>
                </a:solidFill>
                <a:latin typeface="+mj-lt"/>
              </a:rPr>
              <a:t>odio</a:t>
            </a:r>
            <a:r>
              <a:rPr lang="fr-FR" sz="1100" dirty="0">
                <a:solidFill>
                  <a:srgbClr val="101024"/>
                </a:solidFill>
                <a:latin typeface="+mj-lt"/>
              </a:rPr>
              <a:t> nec commodo </a:t>
            </a:r>
            <a:r>
              <a:rPr lang="fr-FR" sz="1100" dirty="0" err="1">
                <a:solidFill>
                  <a:srgbClr val="101024"/>
                </a:solidFill>
                <a:latin typeface="+mj-lt"/>
              </a:rPr>
              <a:t>volutpat</a:t>
            </a:r>
            <a:r>
              <a:rPr lang="fr-FR" sz="1100" dirty="0">
                <a:solidFill>
                  <a:srgbClr val="101024"/>
                </a:solidFill>
                <a:latin typeface="+mj-lt"/>
              </a:rPr>
              <a:t>, dolor </a:t>
            </a:r>
            <a:r>
              <a:rPr lang="fr-FR" sz="1100" dirty="0" err="1">
                <a:solidFill>
                  <a:srgbClr val="101024"/>
                </a:solidFill>
                <a:latin typeface="+mj-lt"/>
              </a:rPr>
              <a:t>justo</a:t>
            </a:r>
            <a:r>
              <a:rPr lang="fr-FR" sz="1100" dirty="0">
                <a:solidFill>
                  <a:srgbClr val="101024"/>
                </a:solidFill>
                <a:latin typeface="+mj-lt"/>
              </a:rPr>
              <a:t> viverra nunc, eu </a:t>
            </a:r>
            <a:r>
              <a:rPr lang="fr-FR" sz="1100" dirty="0" err="1">
                <a:solidFill>
                  <a:srgbClr val="101024"/>
                </a:solidFill>
                <a:latin typeface="+mj-lt"/>
              </a:rPr>
              <a:t>ultricies</a:t>
            </a:r>
            <a:r>
              <a:rPr lang="fr-FR" sz="1100" dirty="0">
                <a:solidFill>
                  <a:srgbClr val="101024"/>
                </a:solidFill>
                <a:latin typeface="+mj-lt"/>
              </a:rPr>
              <a:t> urna </a:t>
            </a:r>
            <a:r>
              <a:rPr lang="fr-FR" sz="1100" dirty="0" err="1">
                <a:solidFill>
                  <a:srgbClr val="101024"/>
                </a:solidFill>
                <a:latin typeface="+mj-lt"/>
              </a:rPr>
              <a:t>metus</a:t>
            </a:r>
            <a:r>
              <a:rPr lang="fr-FR" sz="1100" dirty="0">
                <a:solidFill>
                  <a:srgbClr val="101024"/>
                </a:solidFill>
                <a:latin typeface="+mj-lt"/>
              </a:rPr>
              <a:t> </a:t>
            </a:r>
            <a:r>
              <a:rPr lang="fr-FR" sz="1100" dirty="0" err="1">
                <a:solidFill>
                  <a:srgbClr val="101024"/>
                </a:solidFill>
                <a:latin typeface="+mj-lt"/>
              </a:rPr>
              <a:t>sit</a:t>
            </a:r>
            <a:r>
              <a:rPr lang="fr-FR" sz="1100" dirty="0">
                <a:solidFill>
                  <a:srgbClr val="101024"/>
                </a:solidFill>
                <a:latin typeface="+mj-lt"/>
              </a:rPr>
              <a:t> </a:t>
            </a:r>
            <a:r>
              <a:rPr lang="fr-FR" sz="1100" dirty="0" err="1">
                <a:solidFill>
                  <a:srgbClr val="101024"/>
                </a:solidFill>
                <a:latin typeface="+mj-lt"/>
              </a:rPr>
              <a:t>amet</a:t>
            </a:r>
            <a:r>
              <a:rPr lang="fr-FR" sz="1100" dirty="0">
                <a:solidFill>
                  <a:srgbClr val="101024"/>
                </a:solidFill>
                <a:latin typeface="+mj-lt"/>
              </a:rPr>
              <a:t> </a:t>
            </a:r>
            <a:r>
              <a:rPr lang="fr-FR" sz="1100" dirty="0" err="1">
                <a:solidFill>
                  <a:srgbClr val="101024"/>
                </a:solidFill>
                <a:latin typeface="+mj-lt"/>
              </a:rPr>
              <a:t>tellus</a:t>
            </a:r>
            <a:r>
              <a:rPr lang="fr-FR" sz="1100" dirty="0">
                <a:solidFill>
                  <a:srgbClr val="101024"/>
                </a:solidFill>
                <a:latin typeface="+mj-lt"/>
              </a:rPr>
              <a:t>.</a:t>
            </a:r>
          </a:p>
          <a:p>
            <a:pPr lvl="0"/>
            <a:r>
              <a:rPr lang="fr-FR" sz="1100" dirty="0">
                <a:solidFill>
                  <a:srgbClr val="101024"/>
                </a:solidFill>
                <a:latin typeface="+mj-lt"/>
              </a:rPr>
              <a:t>Style de liste :</a:t>
            </a:r>
          </a:p>
          <a:p>
            <a:pPr marL="628650" lvl="1" indent="-171450">
              <a:buFont typeface="Arial" panose="020B0604020202020204" pitchFamily="34" charset="0"/>
              <a:buChar char="•"/>
            </a:pPr>
            <a:r>
              <a:rPr lang="fr-FR" sz="1100" dirty="0">
                <a:solidFill>
                  <a:srgbClr val="101024"/>
                </a:solidFill>
                <a:latin typeface="+mj-lt"/>
              </a:rPr>
              <a:t>Point 1</a:t>
            </a:r>
          </a:p>
          <a:p>
            <a:pPr marL="628650" lvl="1" indent="-171450">
              <a:buFont typeface="Arial" panose="020B0604020202020204" pitchFamily="34" charset="0"/>
              <a:buChar char="•"/>
            </a:pPr>
            <a:r>
              <a:rPr lang="fr-FR" sz="1100" dirty="0">
                <a:solidFill>
                  <a:srgbClr val="101024"/>
                </a:solidFill>
                <a:latin typeface="+mj-lt"/>
              </a:rPr>
              <a:t>Point 2</a:t>
            </a:r>
          </a:p>
          <a:p>
            <a:pPr marL="628650" lvl="1" indent="-171450">
              <a:buFont typeface="Arial" panose="020B0604020202020204" pitchFamily="34" charset="0"/>
              <a:buChar char="•"/>
            </a:pPr>
            <a:r>
              <a:rPr lang="fr-FR" sz="1100" dirty="0">
                <a:solidFill>
                  <a:srgbClr val="101024"/>
                </a:solidFill>
                <a:latin typeface="+mj-lt"/>
              </a:rPr>
              <a:t>Point 3</a:t>
            </a:r>
          </a:p>
          <a:p>
            <a:pPr lvl="0"/>
            <a:endParaRPr lang="fr-FR" dirty="0"/>
          </a:p>
        </p:txBody>
      </p:sp>
      <p:sp>
        <p:nvSpPr>
          <p:cNvPr id="22" name="Espace réservé du texte 2">
            <a:extLst>
              <a:ext uri="{FF2B5EF4-FFF2-40B4-BE49-F238E27FC236}">
                <a16:creationId xmlns:a16="http://schemas.microsoft.com/office/drawing/2014/main" id="{29917C5D-E098-7C7B-6451-9A89880608E1}"/>
              </a:ext>
            </a:extLst>
          </p:cNvPr>
          <p:cNvSpPr>
            <a:spLocks noGrp="1"/>
          </p:cNvSpPr>
          <p:nvPr>
            <p:ph type="body" sz="quarter" idx="11" hasCustomPrompt="1"/>
          </p:nvPr>
        </p:nvSpPr>
        <p:spPr>
          <a:xfrm>
            <a:off x="4026716" y="2323750"/>
            <a:ext cx="4605556" cy="3356325"/>
          </a:xfrm>
          <a:prstGeom prst="rect">
            <a:avLst/>
          </a:prstGeom>
        </p:spPr>
        <p:txBody>
          <a:bodyPr/>
          <a:lstStyle/>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mj-lt"/>
              </a:rPr>
              <a:t>Lorem ipsum dolor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consectetur adipiscing </a:t>
            </a:r>
            <a:r>
              <a:rPr lang="fr-FR" sz="1100" dirty="0" err="1">
                <a:solidFill>
                  <a:schemeClr val="bg1"/>
                </a:solidFill>
                <a:latin typeface="+mj-lt"/>
              </a:rPr>
              <a:t>elit</a:t>
            </a:r>
            <a:r>
              <a:rPr lang="fr-FR" sz="1100" dirty="0">
                <a:solidFill>
                  <a:schemeClr val="bg1"/>
                </a:solidFill>
                <a:latin typeface="+mj-lt"/>
              </a:rPr>
              <a:t>. Nam sodales </a:t>
            </a:r>
            <a:r>
              <a:rPr lang="fr-FR" sz="1100" dirty="0" err="1">
                <a:solidFill>
                  <a:schemeClr val="bg1"/>
                </a:solidFill>
                <a:latin typeface="+mj-lt"/>
              </a:rPr>
              <a:t>lacus</a:t>
            </a:r>
            <a:r>
              <a:rPr lang="fr-FR" sz="1100" dirty="0">
                <a:solidFill>
                  <a:schemeClr val="bg1"/>
                </a:solidFill>
                <a:latin typeface="+mj-lt"/>
              </a:rPr>
              <a:t> nec </a:t>
            </a:r>
            <a:r>
              <a:rPr lang="fr-FR" sz="1100" dirty="0" err="1">
                <a:solidFill>
                  <a:schemeClr val="bg1"/>
                </a:solidFill>
                <a:latin typeface="+mj-lt"/>
              </a:rPr>
              <a:t>ligula</a:t>
            </a:r>
            <a:r>
              <a:rPr lang="fr-FR" sz="1100" dirty="0">
                <a:solidFill>
                  <a:schemeClr val="bg1"/>
                </a:solidFill>
                <a:latin typeface="+mj-lt"/>
              </a:rPr>
              <a:t> rhoncus </a:t>
            </a:r>
            <a:r>
              <a:rPr lang="fr-FR" sz="1100" dirty="0" err="1">
                <a:solidFill>
                  <a:schemeClr val="bg1"/>
                </a:solidFill>
                <a:latin typeface="+mj-lt"/>
              </a:rPr>
              <a:t>iaculis</a:t>
            </a:r>
            <a:r>
              <a:rPr lang="fr-FR" sz="1100" dirty="0">
                <a:solidFill>
                  <a:schemeClr val="bg1"/>
                </a:solidFill>
                <a:latin typeface="+mj-lt"/>
              </a:rPr>
              <a:t>. </a:t>
            </a:r>
            <a:r>
              <a:rPr lang="fr-FR" sz="1100" dirty="0" err="1">
                <a:solidFill>
                  <a:schemeClr val="bg1"/>
                </a:solidFill>
                <a:latin typeface="+mj-lt"/>
              </a:rPr>
              <a:t>Vestibulum</a:t>
            </a:r>
            <a:r>
              <a:rPr lang="fr-FR" sz="1100" dirty="0">
                <a:solidFill>
                  <a:schemeClr val="bg1"/>
                </a:solidFill>
                <a:latin typeface="+mj-lt"/>
              </a:rPr>
              <a:t> </a:t>
            </a:r>
            <a:r>
              <a:rPr lang="fr-FR" sz="1100" dirty="0" err="1">
                <a:solidFill>
                  <a:schemeClr val="bg1"/>
                </a:solidFill>
                <a:latin typeface="+mj-lt"/>
              </a:rPr>
              <a:t>pharetra</a:t>
            </a:r>
            <a:r>
              <a:rPr lang="fr-FR" sz="1100" dirty="0">
                <a:solidFill>
                  <a:schemeClr val="bg1"/>
                </a:solidFill>
                <a:latin typeface="+mj-lt"/>
              </a:rPr>
              <a:t> </a:t>
            </a:r>
            <a:r>
              <a:rPr lang="fr-FR" sz="1100" dirty="0" err="1">
                <a:solidFill>
                  <a:schemeClr val="bg1"/>
                </a:solidFill>
                <a:latin typeface="+mj-lt"/>
              </a:rPr>
              <a:t>elit</a:t>
            </a:r>
            <a:r>
              <a:rPr lang="fr-FR" sz="1100" dirty="0">
                <a:solidFill>
                  <a:schemeClr val="bg1"/>
                </a:solidFill>
                <a:latin typeface="+mj-lt"/>
              </a:rPr>
              <a:t> </a:t>
            </a:r>
            <a:r>
              <a:rPr lang="fr-FR" sz="1100" dirty="0" err="1">
                <a:solidFill>
                  <a:schemeClr val="bg1"/>
                </a:solidFill>
                <a:latin typeface="+mj-lt"/>
              </a:rPr>
              <a:t>vel</a:t>
            </a:r>
            <a:r>
              <a:rPr lang="fr-FR" sz="1100" dirty="0">
                <a:solidFill>
                  <a:schemeClr val="bg1"/>
                </a:solidFill>
                <a:latin typeface="+mj-lt"/>
              </a:rPr>
              <a:t> </a:t>
            </a:r>
            <a:r>
              <a:rPr lang="fr-FR" sz="1100" dirty="0" err="1">
                <a:solidFill>
                  <a:schemeClr val="bg1"/>
                </a:solidFill>
                <a:latin typeface="+mj-lt"/>
              </a:rPr>
              <a:t>arcu</a:t>
            </a:r>
            <a:r>
              <a:rPr lang="fr-FR" sz="1100" dirty="0">
                <a:solidFill>
                  <a:schemeClr val="bg1"/>
                </a:solidFill>
                <a:latin typeface="+mj-lt"/>
              </a:rPr>
              <a:t> </a:t>
            </a:r>
            <a:r>
              <a:rPr lang="fr-FR" sz="1100" dirty="0" err="1">
                <a:solidFill>
                  <a:schemeClr val="bg1"/>
                </a:solidFill>
                <a:latin typeface="+mj-lt"/>
              </a:rPr>
              <a:t>faucibus</a:t>
            </a:r>
            <a:r>
              <a:rPr lang="fr-FR" sz="1100" dirty="0">
                <a:solidFill>
                  <a:schemeClr val="bg1"/>
                </a:solidFill>
                <a:latin typeface="+mj-lt"/>
              </a:rPr>
              <a:t> </a:t>
            </a:r>
            <a:r>
              <a:rPr lang="fr-FR" sz="1100" dirty="0" err="1">
                <a:solidFill>
                  <a:schemeClr val="bg1"/>
                </a:solidFill>
                <a:latin typeface="+mj-lt"/>
              </a:rPr>
              <a:t>elementum</a:t>
            </a:r>
            <a:r>
              <a:rPr lang="fr-FR" sz="1100" dirty="0">
                <a:solidFill>
                  <a:schemeClr val="bg1"/>
                </a:solidFill>
                <a:latin typeface="+mj-lt"/>
              </a:rPr>
              <a:t>.</a:t>
            </a:r>
          </a:p>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mj-lt"/>
              </a:rPr>
              <a:t>Sed dignissim </a:t>
            </a:r>
            <a:r>
              <a:rPr lang="fr-FR" sz="1100" dirty="0" err="1">
                <a:solidFill>
                  <a:schemeClr val="bg1"/>
                </a:solidFill>
                <a:latin typeface="+mj-lt"/>
              </a:rPr>
              <a:t>nisl</a:t>
            </a:r>
            <a:r>
              <a:rPr lang="fr-FR" sz="1100" dirty="0">
                <a:solidFill>
                  <a:schemeClr val="bg1"/>
                </a:solidFill>
                <a:latin typeface="+mj-lt"/>
              </a:rPr>
              <a:t> non magna imperdiet, mollis consequat diam commodo. </a:t>
            </a:r>
            <a:r>
              <a:rPr lang="fr-FR" sz="1100" dirty="0" err="1">
                <a:solidFill>
                  <a:schemeClr val="bg1"/>
                </a:solidFill>
                <a:latin typeface="+mj-lt"/>
              </a:rPr>
              <a:t>Curabitur</a:t>
            </a:r>
            <a:r>
              <a:rPr lang="fr-FR" sz="1100" dirty="0">
                <a:solidFill>
                  <a:schemeClr val="bg1"/>
                </a:solidFill>
                <a:latin typeface="+mj-lt"/>
              </a:rPr>
              <a:t> </a:t>
            </a:r>
            <a:r>
              <a:rPr lang="fr-FR" sz="1100" dirty="0" err="1">
                <a:solidFill>
                  <a:schemeClr val="bg1"/>
                </a:solidFill>
                <a:latin typeface="+mj-lt"/>
              </a:rPr>
              <a:t>porttitor</a:t>
            </a:r>
            <a:r>
              <a:rPr lang="fr-FR" sz="1100" dirty="0">
                <a:solidFill>
                  <a:schemeClr val="bg1"/>
                </a:solidFill>
                <a:latin typeface="+mj-lt"/>
              </a:rPr>
              <a:t> </a:t>
            </a:r>
            <a:r>
              <a:rPr lang="fr-FR" sz="1100" dirty="0" err="1">
                <a:solidFill>
                  <a:schemeClr val="bg1"/>
                </a:solidFill>
                <a:latin typeface="+mj-lt"/>
              </a:rPr>
              <a:t>lectus</a:t>
            </a:r>
            <a:r>
              <a:rPr lang="fr-FR" sz="1100" dirty="0">
                <a:solidFill>
                  <a:schemeClr val="bg1"/>
                </a:solidFill>
                <a:latin typeface="+mj-lt"/>
              </a:rPr>
              <a:t> </a:t>
            </a:r>
            <a:r>
              <a:rPr lang="fr-FR" sz="1100" dirty="0" err="1">
                <a:solidFill>
                  <a:schemeClr val="bg1"/>
                </a:solidFill>
                <a:latin typeface="+mj-lt"/>
              </a:rPr>
              <a:t>risus</a:t>
            </a:r>
            <a:r>
              <a:rPr lang="fr-FR" sz="1100" dirty="0">
                <a:solidFill>
                  <a:schemeClr val="bg1"/>
                </a:solidFill>
                <a:latin typeface="+mj-lt"/>
              </a:rPr>
              <a:t>. </a:t>
            </a:r>
            <a:r>
              <a:rPr lang="fr-FR" sz="1100" dirty="0" err="1">
                <a:solidFill>
                  <a:schemeClr val="bg1"/>
                </a:solidFill>
                <a:latin typeface="+mj-lt"/>
              </a:rPr>
              <a:t>Fusce</a:t>
            </a:r>
            <a:r>
              <a:rPr lang="fr-FR" sz="1100" dirty="0">
                <a:solidFill>
                  <a:schemeClr val="bg1"/>
                </a:solidFill>
                <a:latin typeface="+mj-lt"/>
              </a:rPr>
              <a:t> </a:t>
            </a:r>
            <a:r>
              <a:rPr lang="fr-FR" sz="1100" dirty="0" err="1">
                <a:solidFill>
                  <a:schemeClr val="bg1"/>
                </a:solidFill>
                <a:latin typeface="+mj-lt"/>
              </a:rPr>
              <a:t>maximus</a:t>
            </a:r>
            <a:r>
              <a:rPr lang="fr-FR" sz="1100" dirty="0">
                <a:solidFill>
                  <a:schemeClr val="bg1"/>
                </a:solidFill>
                <a:latin typeface="+mj-lt"/>
              </a:rPr>
              <a:t> pretium libero, </a:t>
            </a:r>
            <a:r>
              <a:rPr lang="fr-FR" sz="1100" dirty="0" err="1">
                <a:solidFill>
                  <a:schemeClr val="bg1"/>
                </a:solidFill>
                <a:latin typeface="+mj-lt"/>
              </a:rPr>
              <a:t>vestibulum</a:t>
            </a:r>
            <a:r>
              <a:rPr lang="fr-FR" sz="1100" dirty="0">
                <a:solidFill>
                  <a:schemeClr val="bg1"/>
                </a:solidFill>
                <a:latin typeface="+mj-lt"/>
              </a:rPr>
              <a:t> </a:t>
            </a:r>
            <a:r>
              <a:rPr lang="fr-FR" sz="1100" dirty="0" err="1">
                <a:solidFill>
                  <a:schemeClr val="bg1"/>
                </a:solidFill>
                <a:latin typeface="+mj-lt"/>
              </a:rPr>
              <a:t>fermentum</a:t>
            </a:r>
            <a:r>
              <a:rPr lang="fr-FR" sz="1100" dirty="0">
                <a:solidFill>
                  <a:schemeClr val="bg1"/>
                </a:solidFill>
                <a:latin typeface="+mj-lt"/>
              </a:rPr>
              <a:t> </a:t>
            </a:r>
            <a:r>
              <a:rPr lang="fr-FR" sz="1100" dirty="0" err="1">
                <a:solidFill>
                  <a:schemeClr val="bg1"/>
                </a:solidFill>
                <a:latin typeface="+mj-lt"/>
              </a:rPr>
              <a:t>arcu</a:t>
            </a:r>
            <a:r>
              <a:rPr lang="fr-FR" sz="1100" dirty="0">
                <a:solidFill>
                  <a:schemeClr val="bg1"/>
                </a:solidFill>
                <a:latin typeface="+mj-lt"/>
              </a:rPr>
              <a:t> </a:t>
            </a:r>
            <a:r>
              <a:rPr lang="fr-FR" sz="1100" dirty="0" err="1">
                <a:solidFill>
                  <a:schemeClr val="bg1"/>
                </a:solidFill>
                <a:latin typeface="+mj-lt"/>
              </a:rPr>
              <a:t>tincidunt</a:t>
            </a:r>
            <a:r>
              <a:rPr lang="fr-FR" sz="1100" dirty="0">
                <a:solidFill>
                  <a:schemeClr val="bg1"/>
                </a:solidFill>
                <a:latin typeface="+mj-lt"/>
              </a:rPr>
              <a:t> </a:t>
            </a:r>
            <a:r>
              <a:rPr lang="fr-FR" sz="1100" dirty="0" err="1">
                <a:solidFill>
                  <a:schemeClr val="bg1"/>
                </a:solidFill>
                <a:latin typeface="+mj-lt"/>
              </a:rPr>
              <a:t>sed</a:t>
            </a:r>
            <a:r>
              <a:rPr lang="fr-FR" sz="1100" dirty="0">
                <a:solidFill>
                  <a:schemeClr val="bg1"/>
                </a:solidFill>
                <a:latin typeface="+mj-lt"/>
              </a:rPr>
              <a:t>. </a:t>
            </a:r>
          </a:p>
          <a:p>
            <a:pPr marL="171450" indent="-171450" algn="l">
              <a:lnSpc>
                <a:spcPct val="100000"/>
              </a:lnSpc>
              <a:buClr>
                <a:schemeClr val="bg1"/>
              </a:buClr>
              <a:buSzPct val="150000"/>
              <a:buFont typeface="Arial" panose="020B0604020202020204" pitchFamily="34" charset="0"/>
              <a:buChar char="•"/>
            </a:pPr>
            <a:r>
              <a:rPr lang="fr-FR" sz="1100" dirty="0">
                <a:solidFill>
                  <a:schemeClr val="bg1"/>
                </a:solidFill>
                <a:latin typeface="+mj-lt"/>
              </a:rPr>
              <a:t>Duis </a:t>
            </a:r>
            <a:r>
              <a:rPr lang="fr-FR" sz="1100" dirty="0" err="1">
                <a:solidFill>
                  <a:schemeClr val="bg1"/>
                </a:solidFill>
                <a:latin typeface="+mj-lt"/>
              </a:rPr>
              <a:t>laoreet</a:t>
            </a:r>
            <a:r>
              <a:rPr lang="fr-FR" sz="1100" dirty="0">
                <a:solidFill>
                  <a:schemeClr val="bg1"/>
                </a:solidFill>
                <a:latin typeface="+mj-lt"/>
              </a:rPr>
              <a:t> </a:t>
            </a:r>
            <a:r>
              <a:rPr lang="fr-FR" sz="1100" dirty="0" err="1">
                <a:solidFill>
                  <a:schemeClr val="bg1"/>
                </a:solidFill>
                <a:latin typeface="+mj-lt"/>
              </a:rPr>
              <a:t>vulputate</a:t>
            </a:r>
            <a:r>
              <a:rPr lang="fr-FR" sz="1100" dirty="0">
                <a:solidFill>
                  <a:schemeClr val="bg1"/>
                </a:solidFill>
                <a:latin typeface="+mj-lt"/>
              </a:rPr>
              <a:t> diam, </a:t>
            </a:r>
            <a:r>
              <a:rPr lang="fr-FR" sz="1100" dirty="0" err="1">
                <a:solidFill>
                  <a:schemeClr val="bg1"/>
                </a:solidFill>
                <a:latin typeface="+mj-lt"/>
              </a:rPr>
              <a:t>ac</a:t>
            </a:r>
            <a:r>
              <a:rPr lang="fr-FR" sz="1100" dirty="0">
                <a:solidFill>
                  <a:schemeClr val="bg1"/>
                </a:solidFill>
                <a:latin typeface="+mj-lt"/>
              </a:rPr>
              <a:t> pretium est </a:t>
            </a:r>
            <a:r>
              <a:rPr lang="fr-FR" sz="1100" dirty="0" err="1">
                <a:solidFill>
                  <a:schemeClr val="bg1"/>
                </a:solidFill>
                <a:latin typeface="+mj-lt"/>
              </a:rPr>
              <a:t>aliquet</a:t>
            </a:r>
            <a:r>
              <a:rPr lang="fr-FR" sz="1100" dirty="0">
                <a:solidFill>
                  <a:schemeClr val="bg1"/>
                </a:solidFill>
                <a:latin typeface="+mj-lt"/>
              </a:rPr>
              <a:t> </a:t>
            </a:r>
            <a:r>
              <a:rPr lang="fr-FR" sz="1100" dirty="0" err="1">
                <a:solidFill>
                  <a:schemeClr val="bg1"/>
                </a:solidFill>
                <a:latin typeface="+mj-lt"/>
              </a:rPr>
              <a:t>ac</a:t>
            </a:r>
            <a:r>
              <a:rPr lang="fr-FR" sz="1100" dirty="0">
                <a:solidFill>
                  <a:schemeClr val="bg1"/>
                </a:solidFill>
                <a:latin typeface="+mj-lt"/>
              </a:rPr>
              <a:t>. Mauris </a:t>
            </a:r>
            <a:r>
              <a:rPr lang="fr-FR" sz="1100" dirty="0" err="1">
                <a:solidFill>
                  <a:schemeClr val="bg1"/>
                </a:solidFill>
                <a:latin typeface="+mj-lt"/>
              </a:rPr>
              <a:t>interdum</a:t>
            </a:r>
            <a:r>
              <a:rPr lang="fr-FR" sz="1100" dirty="0">
                <a:solidFill>
                  <a:schemeClr val="bg1"/>
                </a:solidFill>
                <a:latin typeface="+mj-lt"/>
              </a:rPr>
              <a:t>, </a:t>
            </a:r>
            <a:r>
              <a:rPr lang="fr-FR" sz="1100" dirty="0" err="1">
                <a:solidFill>
                  <a:schemeClr val="bg1"/>
                </a:solidFill>
                <a:latin typeface="+mj-lt"/>
              </a:rPr>
              <a:t>odio</a:t>
            </a:r>
            <a:r>
              <a:rPr lang="fr-FR" sz="1100" dirty="0">
                <a:solidFill>
                  <a:schemeClr val="bg1"/>
                </a:solidFill>
                <a:latin typeface="+mj-lt"/>
              </a:rPr>
              <a:t> nec commodo </a:t>
            </a:r>
            <a:r>
              <a:rPr lang="fr-FR" sz="1100" dirty="0" err="1">
                <a:solidFill>
                  <a:schemeClr val="bg1"/>
                </a:solidFill>
                <a:latin typeface="+mj-lt"/>
              </a:rPr>
              <a:t>volutpat</a:t>
            </a:r>
            <a:r>
              <a:rPr lang="fr-FR" sz="1100" dirty="0">
                <a:solidFill>
                  <a:schemeClr val="bg1"/>
                </a:solidFill>
                <a:latin typeface="+mj-lt"/>
              </a:rPr>
              <a:t>, dolor </a:t>
            </a:r>
            <a:r>
              <a:rPr lang="fr-FR" sz="1100" dirty="0" err="1">
                <a:solidFill>
                  <a:schemeClr val="bg1"/>
                </a:solidFill>
                <a:latin typeface="+mj-lt"/>
              </a:rPr>
              <a:t>justo</a:t>
            </a:r>
            <a:r>
              <a:rPr lang="fr-FR" sz="1100" dirty="0">
                <a:solidFill>
                  <a:schemeClr val="bg1"/>
                </a:solidFill>
                <a:latin typeface="+mj-lt"/>
              </a:rPr>
              <a:t> viverra nunc, eu </a:t>
            </a:r>
            <a:r>
              <a:rPr lang="fr-FR" sz="1100" dirty="0" err="1">
                <a:solidFill>
                  <a:schemeClr val="bg1"/>
                </a:solidFill>
                <a:latin typeface="+mj-lt"/>
              </a:rPr>
              <a:t>ultricies</a:t>
            </a:r>
            <a:r>
              <a:rPr lang="fr-FR" sz="1100" dirty="0">
                <a:solidFill>
                  <a:schemeClr val="bg1"/>
                </a:solidFill>
                <a:latin typeface="+mj-lt"/>
              </a:rPr>
              <a:t> urna </a:t>
            </a:r>
            <a:r>
              <a:rPr lang="fr-FR" sz="1100" dirty="0" err="1">
                <a:solidFill>
                  <a:schemeClr val="bg1"/>
                </a:solidFill>
                <a:latin typeface="+mj-lt"/>
              </a:rPr>
              <a:t>metus</a:t>
            </a:r>
            <a:r>
              <a:rPr lang="fr-FR" sz="1100" dirty="0">
                <a:solidFill>
                  <a:schemeClr val="bg1"/>
                </a:solidFill>
                <a:latin typeface="+mj-lt"/>
              </a:rPr>
              <a:t> </a:t>
            </a:r>
            <a:r>
              <a:rPr lang="fr-FR" sz="1100" dirty="0" err="1">
                <a:solidFill>
                  <a:schemeClr val="bg1"/>
                </a:solidFill>
                <a:latin typeface="+mj-lt"/>
              </a:rPr>
              <a:t>sit</a:t>
            </a:r>
            <a:r>
              <a:rPr lang="fr-FR" sz="1100" dirty="0">
                <a:solidFill>
                  <a:schemeClr val="bg1"/>
                </a:solidFill>
                <a:latin typeface="+mj-lt"/>
              </a:rPr>
              <a:t> </a:t>
            </a:r>
            <a:r>
              <a:rPr lang="fr-FR" sz="1100" dirty="0" err="1">
                <a:solidFill>
                  <a:schemeClr val="bg1"/>
                </a:solidFill>
                <a:latin typeface="+mj-lt"/>
              </a:rPr>
              <a:t>amet</a:t>
            </a:r>
            <a:r>
              <a:rPr lang="fr-FR" sz="1100" dirty="0">
                <a:solidFill>
                  <a:schemeClr val="bg1"/>
                </a:solidFill>
                <a:latin typeface="+mj-lt"/>
              </a:rPr>
              <a:t> </a:t>
            </a:r>
            <a:r>
              <a:rPr lang="fr-FR" sz="1100" dirty="0" err="1">
                <a:solidFill>
                  <a:schemeClr val="bg1"/>
                </a:solidFill>
                <a:latin typeface="+mj-lt"/>
              </a:rPr>
              <a:t>tellus</a:t>
            </a:r>
            <a:r>
              <a:rPr lang="fr-FR" sz="1100" dirty="0">
                <a:solidFill>
                  <a:schemeClr val="bg1"/>
                </a:solidFill>
                <a:latin typeface="+mj-lt"/>
              </a:rPr>
              <a:t>.</a:t>
            </a:r>
          </a:p>
          <a:p>
            <a:pPr lvl="0"/>
            <a:endParaRPr lang="fr-FR" dirty="0"/>
          </a:p>
        </p:txBody>
      </p:sp>
    </p:spTree>
    <p:extLst>
      <p:ext uri="{BB962C8B-B14F-4D97-AF65-F5344CB8AC3E}">
        <p14:creationId xmlns:p14="http://schemas.microsoft.com/office/powerpoint/2010/main" val="9385839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u avec légende">
    <p:spTree>
      <p:nvGrpSpPr>
        <p:cNvPr id="1" name=""/>
        <p:cNvGrpSpPr/>
        <p:nvPr/>
      </p:nvGrpSpPr>
      <p:grpSpPr>
        <a:xfrm>
          <a:off x="0" y="0"/>
          <a:ext cx="0" cy="0"/>
          <a:chOff x="0" y="0"/>
          <a:chExt cx="0" cy="0"/>
        </a:xfrm>
      </p:grpSpPr>
      <p:sp>
        <p:nvSpPr>
          <p:cNvPr id="16" name="Rectangle 15"/>
          <p:cNvSpPr/>
          <p:nvPr userDrawn="1"/>
        </p:nvSpPr>
        <p:spPr>
          <a:xfrm>
            <a:off x="3195751" y="0"/>
            <a:ext cx="5948249"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23" name="Rectangle 22"/>
          <p:cNvSpPr/>
          <p:nvPr userDrawn="1"/>
        </p:nvSpPr>
        <p:spPr>
          <a:xfrm>
            <a:off x="-8276" y="0"/>
            <a:ext cx="3204027" cy="64858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9" name="Espace réservé de la date 3"/>
          <p:cNvSpPr>
            <a:spLocks noGrp="1"/>
          </p:cNvSpPr>
          <p:nvPr>
            <p:ph type="dt" sz="half" idx="10"/>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Franklin Gothic Book" panose="020B0503020102020204" pitchFamily="34" charset="0"/>
              </a:defRPr>
            </a:lvl1pPr>
          </a:lstStyle>
          <a:p>
            <a:fld id="{44F284EE-E712-4408-A2B0-3F60E944B3CA}" type="datetimeFigureOut">
              <a:rPr lang="fr-FR" smtClean="0"/>
              <a:pPr/>
              <a:t>02/09/2026</a:t>
            </a:fld>
            <a:endParaRPr lang="fr-FR" dirty="0"/>
          </a:p>
        </p:txBody>
      </p:sp>
      <p:sp>
        <p:nvSpPr>
          <p:cNvPr id="10"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Franklin Gothic Book" panose="020B0503020102020204" pitchFamily="34" charset="0"/>
              </a:defRPr>
            </a:lvl1pPr>
          </a:lstStyle>
          <a:p>
            <a:fld id="{07C4DFEA-AAE8-4403-B42D-53C3950B26E2}" type="slidenum">
              <a:rPr lang="fr-FR" smtClean="0"/>
              <a:pPr/>
              <a:t>‹N°›</a:t>
            </a:fld>
            <a:endParaRPr lang="fr-FR" dirty="0"/>
          </a:p>
        </p:txBody>
      </p:sp>
      <p:sp>
        <p:nvSpPr>
          <p:cNvPr id="11"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Franklin Gothic Book" panose="020B0503020102020204" pitchFamily="34" charset="0"/>
              </a:defRPr>
            </a:lvl1pPr>
          </a:lstStyle>
          <a:p>
            <a:r>
              <a:rPr lang="fr-FR"/>
              <a:t>www.doranco.fr | 01 55 25 28 00</a:t>
            </a:r>
            <a:endParaRPr lang="fr-FR" dirty="0"/>
          </a:p>
        </p:txBody>
      </p:sp>
      <p:sp>
        <p:nvSpPr>
          <p:cNvPr id="19" name="Espace réservé du texte 2"/>
          <p:cNvSpPr>
            <a:spLocks noGrp="1"/>
          </p:cNvSpPr>
          <p:nvPr>
            <p:ph idx="1" hasCustomPrompt="1"/>
          </p:nvPr>
        </p:nvSpPr>
        <p:spPr>
          <a:xfrm>
            <a:off x="3890738" y="1791974"/>
            <a:ext cx="4771668" cy="4565282"/>
          </a:xfrm>
          <a:prstGeom prst="rect">
            <a:avLst/>
          </a:prstGeom>
        </p:spPr>
        <p:txBody>
          <a:bodyPr vert="horz" lIns="91440" tIns="45720" rIns="91440" bIns="45720" rtlCol="0">
            <a:normAutofit/>
          </a:bodyPr>
          <a:lstStyle>
            <a:lvl1pPr>
              <a:defRPr sz="1200" baseline="0">
                <a:solidFill>
                  <a:schemeClr val="bg1"/>
                </a:solidFill>
                <a:latin typeface="+mj-lt"/>
              </a:defRPr>
            </a:lvl1pPr>
            <a:lvl2pPr marL="742950" indent="-285750">
              <a:buClr>
                <a:schemeClr val="bg1"/>
              </a:buClr>
              <a:buSzPct val="150000"/>
              <a:buFont typeface="Arial" panose="020B0604020202020204" pitchFamily="34" charset="0"/>
              <a:buChar char="•"/>
              <a:defRPr sz="1200">
                <a:solidFill>
                  <a:schemeClr val="bg1"/>
                </a:solidFill>
                <a:latin typeface="+mj-lt"/>
              </a:defRPr>
            </a:lvl2pPr>
          </a:lstStyle>
          <a:p>
            <a:pPr lvl="0"/>
            <a:r>
              <a:rPr lang="fr-FR" dirty="0"/>
              <a:t>Étape 1</a:t>
            </a:r>
          </a:p>
          <a:p>
            <a:pPr lvl="1"/>
            <a:r>
              <a:rPr lang="fr-FR" dirty="0"/>
              <a:t>Point 1</a:t>
            </a:r>
          </a:p>
          <a:p>
            <a:pPr lvl="1"/>
            <a:r>
              <a:rPr lang="fr-FR" dirty="0"/>
              <a:t>Point 2</a:t>
            </a:r>
          </a:p>
          <a:p>
            <a:pPr lvl="1"/>
            <a:r>
              <a:rPr lang="fr-FR" dirty="0"/>
              <a:t>Point 3</a:t>
            </a:r>
          </a:p>
          <a:p>
            <a:pPr lvl="0"/>
            <a:r>
              <a:rPr lang="fr-FR" dirty="0"/>
              <a:t>Étape 2</a:t>
            </a:r>
          </a:p>
          <a:p>
            <a:pPr lvl="1"/>
            <a:r>
              <a:rPr lang="fr-FR" dirty="0"/>
              <a:t>Point 1</a:t>
            </a:r>
          </a:p>
          <a:p>
            <a:pPr lvl="1"/>
            <a:r>
              <a:rPr lang="fr-FR" dirty="0"/>
              <a:t>Point 2</a:t>
            </a:r>
          </a:p>
          <a:p>
            <a:pPr lvl="1"/>
            <a:r>
              <a:rPr lang="fr-FR" dirty="0"/>
              <a:t>Point 3</a:t>
            </a:r>
          </a:p>
          <a:p>
            <a:pPr lvl="0"/>
            <a:r>
              <a:rPr lang="fr-FR" dirty="0"/>
              <a:t>Étape 3</a:t>
            </a:r>
          </a:p>
          <a:p>
            <a:pPr lvl="1"/>
            <a:r>
              <a:rPr lang="fr-FR" dirty="0"/>
              <a:t>Point 1</a:t>
            </a:r>
          </a:p>
          <a:p>
            <a:pPr lvl="1"/>
            <a:r>
              <a:rPr lang="fr-FR" dirty="0"/>
              <a:t>Point 2</a:t>
            </a:r>
          </a:p>
          <a:p>
            <a:pPr lvl="1"/>
            <a:r>
              <a:rPr lang="fr-FR" dirty="0"/>
              <a:t>Point 3</a:t>
            </a:r>
          </a:p>
          <a:p>
            <a:pPr lvl="0"/>
            <a:r>
              <a:rPr lang="fr-FR" dirty="0"/>
              <a:t>Étape 4</a:t>
            </a:r>
          </a:p>
          <a:p>
            <a:pPr lvl="1"/>
            <a:r>
              <a:rPr lang="fr-FR" dirty="0"/>
              <a:t>Point 1</a:t>
            </a:r>
          </a:p>
          <a:p>
            <a:pPr lvl="1"/>
            <a:r>
              <a:rPr lang="fr-FR" dirty="0"/>
              <a:t>Point 2</a:t>
            </a:r>
          </a:p>
          <a:p>
            <a:pPr lvl="1"/>
            <a:r>
              <a:rPr lang="fr-FR" dirty="0"/>
              <a:t>Point 3</a:t>
            </a:r>
          </a:p>
          <a:p>
            <a:pPr lvl="1"/>
            <a:endParaRPr lang="fr-FR" dirty="0"/>
          </a:p>
        </p:txBody>
      </p:sp>
      <p:sp>
        <p:nvSpPr>
          <p:cNvPr id="20" name="Espace réservé du titre 1"/>
          <p:cNvSpPr txBox="1">
            <a:spLocks/>
          </p:cNvSpPr>
          <p:nvPr userDrawn="1"/>
        </p:nvSpPr>
        <p:spPr>
          <a:xfrm>
            <a:off x="2803358" y="550209"/>
            <a:ext cx="5896630"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r>
              <a:rPr lang="fr-FR" sz="3000" dirty="0">
                <a:solidFill>
                  <a:schemeClr val="bg1"/>
                </a:solidFill>
                <a:latin typeface="+mj-lt"/>
              </a:rPr>
              <a:t>ÉVALUATION</a:t>
            </a:r>
          </a:p>
        </p:txBody>
      </p:sp>
      <p:sp>
        <p:nvSpPr>
          <p:cNvPr id="26" name="Espace réservé du titre 1"/>
          <p:cNvSpPr txBox="1">
            <a:spLocks/>
          </p:cNvSpPr>
          <p:nvPr userDrawn="1"/>
        </p:nvSpPr>
        <p:spPr>
          <a:xfrm>
            <a:off x="306576" y="866925"/>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CONSIGNES</a:t>
            </a:r>
          </a:p>
        </p:txBody>
      </p:sp>
      <p:sp>
        <p:nvSpPr>
          <p:cNvPr id="27" name="Espace réservé du titre 1"/>
          <p:cNvSpPr txBox="1">
            <a:spLocks/>
          </p:cNvSpPr>
          <p:nvPr userDrawn="1"/>
        </p:nvSpPr>
        <p:spPr>
          <a:xfrm>
            <a:off x="306576" y="3440346"/>
            <a:ext cx="2814168" cy="34714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OBJECTIFS</a:t>
            </a:r>
          </a:p>
        </p:txBody>
      </p:sp>
      <p:pic>
        <p:nvPicPr>
          <p:cNvPr id="18" name="Image 17"/>
          <p:cNvPicPr>
            <a:picLocks noChangeAspect="1"/>
          </p:cNvPicPr>
          <p:nvPr userDrawn="1"/>
        </p:nvPicPr>
        <p:blipFill>
          <a:blip r:embed="rId2">
            <a:lum bright="100000"/>
            <a:extLst>
              <a:ext uri="{28A0092B-C50C-407E-A947-70E740481C1C}">
                <a14:useLocalDpi xmlns:a14="http://schemas.microsoft.com/office/drawing/2010/main" val="0"/>
              </a:ext>
            </a:extLst>
          </a:blip>
          <a:stretch>
            <a:fillRect/>
          </a:stretch>
        </p:blipFill>
        <p:spPr>
          <a:xfrm>
            <a:off x="3890738" y="1119595"/>
            <a:ext cx="1437905" cy="524197"/>
          </a:xfrm>
          <a:prstGeom prst="rect">
            <a:avLst/>
          </a:prstGeom>
          <a:noFill/>
        </p:spPr>
      </p:pic>
      <p:sp>
        <p:nvSpPr>
          <p:cNvPr id="22" name="Espace réservé du texte 2"/>
          <p:cNvSpPr txBox="1">
            <a:spLocks/>
          </p:cNvSpPr>
          <p:nvPr userDrawn="1"/>
        </p:nvSpPr>
        <p:spPr>
          <a:xfrm>
            <a:off x="4533922" y="1153128"/>
            <a:ext cx="2314139" cy="151402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fr-FR" sz="2000" b="1" baseline="0" dirty="0">
                <a:solidFill>
                  <a:schemeClr val="bg1"/>
                </a:solidFill>
                <a:latin typeface="+mj-lt"/>
              </a:rPr>
              <a:t>MÉTHODOLOGIE</a:t>
            </a:r>
            <a:endParaRPr lang="fr-FR" sz="1200" b="1" dirty="0">
              <a:solidFill>
                <a:schemeClr val="bg1"/>
              </a:solidFill>
              <a:latin typeface="+mj-lt"/>
            </a:endParaRPr>
          </a:p>
        </p:txBody>
      </p:sp>
      <p:cxnSp>
        <p:nvCxnSpPr>
          <p:cNvPr id="24" name="Connecteur droit 23">
            <a:extLst>
              <a:ext uri="{FF2B5EF4-FFF2-40B4-BE49-F238E27FC236}">
                <a16:creationId xmlns:a16="http://schemas.microsoft.com/office/drawing/2014/main" id="{17F7A17B-9C9A-8126-7CD8-733D6B10809C}"/>
              </a:ext>
            </a:extLst>
          </p:cNvPr>
          <p:cNvCxnSpPr>
            <a:cxnSpLocks/>
          </p:cNvCxnSpPr>
          <p:nvPr userDrawn="1"/>
        </p:nvCxnSpPr>
        <p:spPr>
          <a:xfrm flipH="1">
            <a:off x="3363985" y="267802"/>
            <a:ext cx="5595457" cy="0"/>
          </a:xfrm>
          <a:prstGeom prst="line">
            <a:avLst/>
          </a:prstGeom>
          <a:ln w="76200">
            <a:solidFill>
              <a:srgbClr val="FFFFFF"/>
            </a:solidFill>
            <a:prstDash val="sysDot"/>
          </a:ln>
        </p:spPr>
        <p:style>
          <a:lnRef idx="1">
            <a:schemeClr val="accent1"/>
          </a:lnRef>
          <a:fillRef idx="0">
            <a:schemeClr val="accent1"/>
          </a:fillRef>
          <a:effectRef idx="0">
            <a:schemeClr val="accent1"/>
          </a:effectRef>
          <a:fontRef idx="minor">
            <a:schemeClr val="tx1"/>
          </a:fontRef>
        </p:style>
      </p:cxnSp>
      <p:sp>
        <p:nvSpPr>
          <p:cNvPr id="21" name="Espace réservé du texte 7">
            <a:extLst>
              <a:ext uri="{FF2B5EF4-FFF2-40B4-BE49-F238E27FC236}">
                <a16:creationId xmlns:a16="http://schemas.microsoft.com/office/drawing/2014/main" id="{B15D8791-E34D-73C2-4212-B5B1855F5A42}"/>
              </a:ext>
            </a:extLst>
          </p:cNvPr>
          <p:cNvSpPr>
            <a:spLocks noGrp="1"/>
          </p:cNvSpPr>
          <p:nvPr>
            <p:ph type="body" sz="quarter" idx="19" hasCustomPrompt="1"/>
          </p:nvPr>
        </p:nvSpPr>
        <p:spPr>
          <a:xfrm>
            <a:off x="394283" y="1289567"/>
            <a:ext cx="2421840" cy="1903227"/>
          </a:xfrm>
          <a:prstGeom prst="rect">
            <a:avLst/>
          </a:prstGeom>
        </p:spPr>
        <p:txBody>
          <a:bodyPr/>
          <a:lstStyle>
            <a:lvl1pPr>
              <a:defRPr sz="1000">
                <a:solidFill>
                  <a:srgbClr val="101024"/>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a:t>
            </a:r>
          </a:p>
        </p:txBody>
      </p:sp>
      <p:sp>
        <p:nvSpPr>
          <p:cNvPr id="25" name="Espace réservé du texte 2">
            <a:extLst>
              <a:ext uri="{FF2B5EF4-FFF2-40B4-BE49-F238E27FC236}">
                <a16:creationId xmlns:a16="http://schemas.microsoft.com/office/drawing/2014/main" id="{6B8ECFEC-0CFF-A47A-0588-DD1C722529B0}"/>
              </a:ext>
            </a:extLst>
          </p:cNvPr>
          <p:cNvSpPr>
            <a:spLocks noGrp="1"/>
          </p:cNvSpPr>
          <p:nvPr>
            <p:ph type="body" sz="quarter" idx="20" hasCustomPrompt="1"/>
          </p:nvPr>
        </p:nvSpPr>
        <p:spPr>
          <a:xfrm>
            <a:off x="393700" y="3917950"/>
            <a:ext cx="2422525" cy="1976438"/>
          </a:xfrm>
          <a:prstGeom prst="rect">
            <a:avLst/>
          </a:prstGeom>
        </p:spPr>
        <p:txBody>
          <a:bodyPr/>
          <a:lstStyle>
            <a:lvl1pPr>
              <a:defRPr sz="1200">
                <a:latin typeface="+mj-lt"/>
              </a:defRPr>
            </a:lvl1pPr>
          </a:lstStyle>
          <a:p>
            <a:pPr marL="171450" lvl="0" indent="-171450">
              <a:lnSpc>
                <a:spcPct val="100000"/>
              </a:lnSpc>
              <a:buFont typeface="Arial" panose="020B0604020202020204" pitchFamily="34" charset="0"/>
              <a:buChar char="•"/>
            </a:pPr>
            <a:r>
              <a:rPr lang="fr-FR" sz="1200" dirty="0">
                <a:solidFill>
                  <a:srgbClr val="101024"/>
                </a:solidFill>
                <a:latin typeface="+mj-lt"/>
              </a:rPr>
              <a:t>Point 1</a:t>
            </a:r>
          </a:p>
          <a:p>
            <a:pPr marL="171450" lvl="0" indent="-171450">
              <a:lnSpc>
                <a:spcPct val="100000"/>
              </a:lnSpc>
              <a:buFont typeface="Arial" panose="020B0604020202020204" pitchFamily="34" charset="0"/>
              <a:buChar char="•"/>
            </a:pPr>
            <a:r>
              <a:rPr lang="fr-FR" sz="1200" dirty="0">
                <a:solidFill>
                  <a:srgbClr val="101024"/>
                </a:solidFill>
                <a:latin typeface="+mj-lt"/>
              </a:rPr>
              <a:t>Point 2</a:t>
            </a:r>
          </a:p>
          <a:p>
            <a:pPr marL="171450" lvl="0" indent="-171450">
              <a:lnSpc>
                <a:spcPct val="100000"/>
              </a:lnSpc>
              <a:buFont typeface="Arial" panose="020B0604020202020204" pitchFamily="34" charset="0"/>
              <a:buChar char="•"/>
            </a:pPr>
            <a:r>
              <a:rPr lang="fr-FR" sz="1200" dirty="0">
                <a:solidFill>
                  <a:srgbClr val="101024"/>
                </a:solidFill>
                <a:latin typeface="+mj-lt"/>
              </a:rPr>
              <a:t>Point 3</a:t>
            </a:r>
          </a:p>
          <a:p>
            <a:pPr lvl="0"/>
            <a:endParaRPr lang="fr-FR" dirty="0"/>
          </a:p>
        </p:txBody>
      </p:sp>
    </p:spTree>
    <p:extLst>
      <p:ext uri="{BB962C8B-B14F-4D97-AF65-F5344CB8AC3E}">
        <p14:creationId xmlns:p14="http://schemas.microsoft.com/office/powerpoint/2010/main" val="32155329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u avec légende">
    <p:spTree>
      <p:nvGrpSpPr>
        <p:cNvPr id="1" name=""/>
        <p:cNvGrpSpPr/>
        <p:nvPr/>
      </p:nvGrpSpPr>
      <p:grpSpPr>
        <a:xfrm>
          <a:off x="0" y="0"/>
          <a:ext cx="0" cy="0"/>
          <a:chOff x="0" y="0"/>
          <a:chExt cx="0" cy="0"/>
        </a:xfrm>
      </p:grpSpPr>
      <p:sp>
        <p:nvSpPr>
          <p:cNvPr id="13" name="Rectangle 12"/>
          <p:cNvSpPr/>
          <p:nvPr userDrawn="1"/>
        </p:nvSpPr>
        <p:spPr>
          <a:xfrm>
            <a:off x="1" y="0"/>
            <a:ext cx="4034974" cy="6502384"/>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userDrawn="1"/>
        </p:nvSpPr>
        <p:spPr>
          <a:xfrm>
            <a:off x="4014875" y="0"/>
            <a:ext cx="5137638"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cxnSp>
        <p:nvCxnSpPr>
          <p:cNvPr id="22" name="Connecteur droit 21"/>
          <p:cNvCxnSpPr/>
          <p:nvPr userDrawn="1"/>
        </p:nvCxnSpPr>
        <p:spPr>
          <a:xfrm flipH="1">
            <a:off x="4280262" y="318136"/>
            <a:ext cx="4689834" cy="0"/>
          </a:xfrm>
          <a:prstGeom prst="line">
            <a:avLst/>
          </a:prstGeom>
          <a:ln w="76200">
            <a:solidFill>
              <a:srgbClr val="C2211D"/>
            </a:solidFill>
            <a:prstDash val="sysDot"/>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9" name="Espace réservé de la date 3"/>
          <p:cNvSpPr>
            <a:spLocks noGrp="1"/>
          </p:cNvSpPr>
          <p:nvPr>
            <p:ph type="dt" sz="half" idx="10"/>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0"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1"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9" name="Espace réservé du texte 2"/>
          <p:cNvSpPr>
            <a:spLocks noGrp="1"/>
          </p:cNvSpPr>
          <p:nvPr>
            <p:ph idx="1" hasCustomPrompt="1"/>
          </p:nvPr>
        </p:nvSpPr>
        <p:spPr>
          <a:xfrm>
            <a:off x="4364056" y="962657"/>
            <a:ext cx="4731770" cy="4650262"/>
          </a:xfrm>
          <a:prstGeom prst="rect">
            <a:avLst/>
          </a:prstGeom>
        </p:spPr>
        <p:txBody>
          <a:bodyPr vert="horz" lIns="91440" tIns="45720" rIns="91440" bIns="45720" rtlCol="0">
            <a:normAutofit/>
          </a:bodyPr>
          <a:lstStyle>
            <a:lvl1pPr>
              <a:defRPr sz="1200" baseline="0">
                <a:solidFill>
                  <a:srgbClr val="101024"/>
                </a:solidFill>
                <a:latin typeface="+mj-lt"/>
              </a:defRPr>
            </a:lvl1pPr>
            <a:lvl2pPr marL="742950" indent="-285750">
              <a:buFont typeface="Arial" panose="020B0604020202020204" pitchFamily="34" charset="0"/>
              <a:buChar char="•"/>
              <a:defRPr sz="1200">
                <a:solidFill>
                  <a:srgbClr val="101024"/>
                </a:solidFill>
                <a:latin typeface="+mj-lt"/>
              </a:defRPr>
            </a:lvl2pPr>
          </a:lstStyle>
          <a:p>
            <a:pPr lvl="0"/>
            <a:r>
              <a:rPr lang="fr-FR" dirty="0"/>
              <a:t>Objectif 1</a:t>
            </a:r>
          </a:p>
          <a:p>
            <a:pPr lvl="1"/>
            <a:r>
              <a:rPr lang="fr-FR" dirty="0"/>
              <a:t>Consigne 1</a:t>
            </a:r>
          </a:p>
          <a:p>
            <a:pPr lvl="1"/>
            <a:r>
              <a:rPr lang="fr-FR" dirty="0"/>
              <a:t>Consigne 2</a:t>
            </a:r>
          </a:p>
          <a:p>
            <a:pPr lvl="1"/>
            <a:r>
              <a:rPr lang="fr-FR" dirty="0"/>
              <a:t>Consigne 3</a:t>
            </a:r>
          </a:p>
          <a:p>
            <a:pPr lvl="1"/>
            <a:endParaRPr lang="fr-FR" dirty="0"/>
          </a:p>
          <a:p>
            <a:pPr lvl="0"/>
            <a:r>
              <a:rPr lang="fr-FR" dirty="0"/>
              <a:t>Objectif 2</a:t>
            </a:r>
          </a:p>
          <a:p>
            <a:pPr lvl="1"/>
            <a:r>
              <a:rPr lang="fr-FR" dirty="0"/>
              <a:t>Consigne 1</a:t>
            </a:r>
          </a:p>
          <a:p>
            <a:pPr lvl="1"/>
            <a:r>
              <a:rPr lang="fr-FR" dirty="0"/>
              <a:t>Consigne 2</a:t>
            </a:r>
          </a:p>
          <a:p>
            <a:pPr lvl="1"/>
            <a:r>
              <a:rPr lang="fr-FR" dirty="0"/>
              <a:t>Consigne 3</a:t>
            </a:r>
          </a:p>
          <a:p>
            <a:pPr lvl="1"/>
            <a:endParaRPr lang="fr-FR" dirty="0"/>
          </a:p>
          <a:p>
            <a:pPr lvl="0"/>
            <a:r>
              <a:rPr lang="fr-FR" dirty="0"/>
              <a:t>Objectif 3</a:t>
            </a:r>
          </a:p>
          <a:p>
            <a:pPr lvl="1"/>
            <a:r>
              <a:rPr lang="fr-FR" dirty="0"/>
              <a:t>Consigne 1</a:t>
            </a:r>
          </a:p>
          <a:p>
            <a:pPr lvl="1"/>
            <a:r>
              <a:rPr lang="fr-FR" dirty="0"/>
              <a:t>Consigne 2</a:t>
            </a:r>
          </a:p>
          <a:p>
            <a:pPr lvl="1"/>
            <a:r>
              <a:rPr lang="fr-FR" dirty="0"/>
              <a:t>Consigne 3</a:t>
            </a:r>
          </a:p>
          <a:p>
            <a:pPr lvl="1"/>
            <a:endParaRPr lang="fr-FR" dirty="0"/>
          </a:p>
          <a:p>
            <a:pPr lvl="1"/>
            <a:endParaRPr lang="fr-FR" dirty="0"/>
          </a:p>
        </p:txBody>
      </p:sp>
      <p:sp>
        <p:nvSpPr>
          <p:cNvPr id="14" name="Espace réservé du titre 1"/>
          <p:cNvSpPr txBox="1">
            <a:spLocks/>
          </p:cNvSpPr>
          <p:nvPr userDrawn="1"/>
        </p:nvSpPr>
        <p:spPr>
          <a:xfrm>
            <a:off x="4364056" y="604915"/>
            <a:ext cx="4274458" cy="36935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l"/>
            <a:r>
              <a:rPr lang="fr-FR" sz="1400" spc="0" dirty="0">
                <a:solidFill>
                  <a:srgbClr val="C2211D"/>
                </a:solidFill>
                <a:latin typeface="+mj-lt"/>
              </a:rPr>
              <a:t>À</a:t>
            </a:r>
            <a:r>
              <a:rPr lang="fr-FR" sz="1400" spc="0" baseline="0" dirty="0">
                <a:solidFill>
                  <a:srgbClr val="C2211D"/>
                </a:solidFill>
                <a:latin typeface="+mj-lt"/>
              </a:rPr>
              <a:t> VOUS DE JOUER</a:t>
            </a:r>
            <a:endParaRPr lang="fr-FR" sz="1400" spc="0" dirty="0">
              <a:solidFill>
                <a:srgbClr val="C2211D"/>
              </a:solidFill>
              <a:latin typeface="+mj-lt"/>
            </a:endParaRPr>
          </a:p>
        </p:txBody>
      </p:sp>
      <p:sp>
        <p:nvSpPr>
          <p:cNvPr id="16" name="Espace réservé du titre 1">
            <a:extLst>
              <a:ext uri="{FF2B5EF4-FFF2-40B4-BE49-F238E27FC236}">
                <a16:creationId xmlns:a16="http://schemas.microsoft.com/office/drawing/2014/main" id="{BB30D460-5C23-28EA-9C82-249E3268EFA8}"/>
              </a:ext>
            </a:extLst>
          </p:cNvPr>
          <p:cNvSpPr txBox="1">
            <a:spLocks/>
          </p:cNvSpPr>
          <p:nvPr userDrawn="1"/>
        </p:nvSpPr>
        <p:spPr>
          <a:xfrm rot="16200000">
            <a:off x="1726945" y="3052018"/>
            <a:ext cx="3451037"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r>
              <a:rPr lang="fr-FR" sz="3000" dirty="0">
                <a:solidFill>
                  <a:schemeClr val="bg1"/>
                </a:solidFill>
                <a:latin typeface="+mj-lt"/>
              </a:rPr>
              <a:t>ÉVALUATION</a:t>
            </a:r>
          </a:p>
        </p:txBody>
      </p:sp>
      <p:sp>
        <p:nvSpPr>
          <p:cNvPr id="17" name="Espace réservé du texte 7">
            <a:extLst>
              <a:ext uri="{FF2B5EF4-FFF2-40B4-BE49-F238E27FC236}">
                <a16:creationId xmlns:a16="http://schemas.microsoft.com/office/drawing/2014/main" id="{F8EF7739-4965-27BC-C70D-9B0C62F84869}"/>
              </a:ext>
            </a:extLst>
          </p:cNvPr>
          <p:cNvSpPr>
            <a:spLocks noGrp="1"/>
          </p:cNvSpPr>
          <p:nvPr>
            <p:ph type="body" sz="quarter" idx="19" hasCustomPrompt="1"/>
          </p:nvPr>
        </p:nvSpPr>
        <p:spPr>
          <a:xfrm>
            <a:off x="323083" y="465184"/>
            <a:ext cx="2495618" cy="3595087"/>
          </a:xfrm>
          <a:prstGeom prst="rect">
            <a:avLst/>
          </a:prstGeom>
        </p:spPr>
        <p:txBody>
          <a:bodyPr/>
          <a:lstStyle>
            <a:lvl1pPr>
              <a:defRPr sz="1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000" dirty="0">
                <a:solidFill>
                  <a:schemeClr val="bg1"/>
                </a:solidFill>
                <a:latin typeface="+mj-lt"/>
              </a:rPr>
              <a:t>Texte d’introduction</a:t>
            </a:r>
          </a:p>
          <a:p>
            <a:pPr lvl="0"/>
            <a:r>
              <a:rPr lang="fr-FR" dirty="0"/>
              <a:t>Lorem ipsum dolor </a:t>
            </a:r>
            <a:r>
              <a:rPr lang="fr-FR" dirty="0" err="1"/>
              <a:t>sit</a:t>
            </a:r>
            <a:r>
              <a:rPr lang="fr-FR" dirty="0"/>
              <a:t> </a:t>
            </a:r>
            <a:r>
              <a:rPr lang="fr-FR" dirty="0" err="1"/>
              <a:t>amet</a:t>
            </a:r>
            <a:r>
              <a:rPr lang="fr-FR" dirty="0"/>
              <a:t>, consectetur adipiscing </a:t>
            </a:r>
            <a:r>
              <a:rPr lang="fr-FR" dirty="0" err="1"/>
              <a:t>elit</a:t>
            </a:r>
            <a:r>
              <a:rPr lang="fr-FR" dirty="0"/>
              <a:t>, </a:t>
            </a:r>
            <a:r>
              <a:rPr lang="fr-FR" dirty="0" err="1"/>
              <a:t>sed</a:t>
            </a:r>
            <a:r>
              <a:rPr lang="fr-FR" dirty="0"/>
              <a:t> do eiusmod </a:t>
            </a:r>
            <a:r>
              <a:rPr lang="fr-FR" dirty="0" err="1"/>
              <a:t>tempor</a:t>
            </a:r>
            <a:r>
              <a:rPr lang="fr-FR" dirty="0"/>
              <a:t> </a:t>
            </a:r>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r>
              <a:rPr lang="fr-FR" dirty="0"/>
              <a:t>. Ut </a:t>
            </a:r>
            <a:r>
              <a:rPr lang="fr-FR" dirty="0" err="1"/>
              <a:t>enim</a:t>
            </a:r>
            <a:r>
              <a:rPr lang="fr-FR" dirty="0"/>
              <a:t> ad </a:t>
            </a:r>
            <a:r>
              <a:rPr lang="fr-FR" dirty="0" err="1"/>
              <a:t>minim</a:t>
            </a:r>
            <a:r>
              <a:rPr lang="fr-FR" dirty="0"/>
              <a:t> </a:t>
            </a:r>
            <a:r>
              <a:rPr lang="fr-FR" dirty="0" err="1"/>
              <a:t>veniam</a:t>
            </a:r>
            <a:r>
              <a:rPr lang="fr-FR" dirty="0"/>
              <a:t>, </a:t>
            </a:r>
            <a:r>
              <a:rPr lang="fr-FR" dirty="0" err="1"/>
              <a:t>quis</a:t>
            </a:r>
            <a:r>
              <a:rPr lang="fr-FR" dirty="0"/>
              <a:t> </a:t>
            </a:r>
            <a:r>
              <a:rPr lang="fr-FR" dirty="0" err="1"/>
              <a:t>nostrud</a:t>
            </a:r>
            <a:r>
              <a:rPr lang="fr-FR" dirty="0"/>
              <a:t> </a:t>
            </a:r>
            <a:r>
              <a:rPr lang="fr-FR" dirty="0" err="1"/>
              <a:t>exercitation</a:t>
            </a:r>
            <a:r>
              <a:rPr lang="fr-FR" dirty="0"/>
              <a:t> </a:t>
            </a:r>
            <a:r>
              <a:rPr lang="fr-FR" dirty="0" err="1"/>
              <a:t>ullamco</a:t>
            </a:r>
            <a:r>
              <a:rPr lang="fr-FR" dirty="0"/>
              <a:t> </a:t>
            </a:r>
            <a:r>
              <a:rPr lang="fr-FR" dirty="0" err="1"/>
              <a:t>laboris</a:t>
            </a:r>
            <a:r>
              <a:rPr lang="fr-FR" dirty="0"/>
              <a:t> </a:t>
            </a:r>
            <a:r>
              <a:rPr lang="fr-FR" dirty="0" err="1"/>
              <a:t>nisi</a:t>
            </a:r>
            <a:r>
              <a:rPr lang="fr-FR" dirty="0"/>
              <a:t> ut </a:t>
            </a:r>
            <a:r>
              <a:rPr lang="fr-FR" dirty="0" err="1"/>
              <a:t>aliquip</a:t>
            </a:r>
            <a:r>
              <a:rPr lang="fr-FR" dirty="0"/>
              <a:t> ex </a:t>
            </a:r>
            <a:r>
              <a:rPr lang="fr-FR" dirty="0" err="1"/>
              <a:t>ea</a:t>
            </a:r>
            <a:r>
              <a:rPr lang="fr-FR" dirty="0"/>
              <a:t>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 commodo consequat. Duis </a:t>
            </a:r>
            <a:r>
              <a:rPr lang="fr-FR" dirty="0" err="1"/>
              <a:t>aute</a:t>
            </a:r>
            <a:r>
              <a:rPr lang="fr-FR" dirty="0"/>
              <a:t> </a:t>
            </a:r>
            <a:r>
              <a:rPr lang="fr-FR" dirty="0" err="1"/>
              <a:t>irure</a:t>
            </a:r>
            <a:r>
              <a:rPr lang="fr-FR" dirty="0"/>
              <a:t> dolor in reprehenderit in </a:t>
            </a:r>
            <a:r>
              <a:rPr lang="fr-FR" dirty="0" err="1"/>
              <a:t>voluptate</a:t>
            </a:r>
            <a:r>
              <a:rPr lang="fr-FR" dirty="0"/>
              <a:t> </a:t>
            </a:r>
            <a:r>
              <a:rPr lang="fr-FR" dirty="0" err="1"/>
              <a:t>velit</a:t>
            </a:r>
            <a:r>
              <a:rPr lang="fr-FR" dirty="0"/>
              <a:t> esse </a:t>
            </a:r>
            <a:r>
              <a:rPr lang="fr-FR" dirty="0" err="1"/>
              <a:t>cillum</a:t>
            </a:r>
            <a:r>
              <a:rPr lang="fr-FR" dirty="0"/>
              <a:t> </a:t>
            </a:r>
            <a:r>
              <a:rPr lang="fr-FR" dirty="0" err="1"/>
              <a:t>dolore</a:t>
            </a:r>
            <a:r>
              <a:rPr lang="fr-FR" dirty="0"/>
              <a:t> eu </a:t>
            </a:r>
            <a:r>
              <a:rPr lang="fr-FR" dirty="0" err="1"/>
              <a:t>fugiat</a:t>
            </a:r>
            <a:r>
              <a:rPr lang="fr-FR" dirty="0"/>
              <a:t> nulla </a:t>
            </a:r>
            <a:r>
              <a:rPr lang="fr-FR" dirty="0" err="1"/>
              <a:t>pariatur</a:t>
            </a:r>
            <a:r>
              <a:rPr lang="fr-FR" dirty="0"/>
              <a:t>. </a:t>
            </a:r>
            <a:r>
              <a:rPr lang="fr-FR" dirty="0" err="1"/>
              <a:t>Excepteur</a:t>
            </a:r>
            <a:r>
              <a:rPr lang="fr-FR" dirty="0"/>
              <a:t> </a:t>
            </a:r>
            <a:r>
              <a:rPr lang="fr-FR" dirty="0" err="1"/>
              <a:t>sint</a:t>
            </a:r>
            <a:r>
              <a:rPr lang="fr-FR" dirty="0"/>
              <a:t> </a:t>
            </a:r>
            <a:r>
              <a:rPr lang="fr-FR" dirty="0" err="1"/>
              <a:t>occaecat</a:t>
            </a:r>
            <a:r>
              <a:rPr lang="fr-FR" dirty="0"/>
              <a:t> </a:t>
            </a:r>
            <a:r>
              <a:rPr lang="fr-FR" dirty="0" err="1"/>
              <a:t>cupidatat</a:t>
            </a:r>
            <a:r>
              <a:rPr lang="fr-FR" dirty="0"/>
              <a:t> non </a:t>
            </a:r>
            <a:r>
              <a:rPr lang="fr-FR" dirty="0" err="1"/>
              <a:t>proident</a:t>
            </a:r>
            <a:r>
              <a:rPr lang="fr-FR" dirty="0"/>
              <a:t>, </a:t>
            </a:r>
            <a:r>
              <a:rPr lang="fr-FR" dirty="0" err="1"/>
              <a:t>sunt</a:t>
            </a:r>
            <a:r>
              <a:rPr lang="fr-FR" dirty="0"/>
              <a:t> in culpa qui officia </a:t>
            </a:r>
            <a:r>
              <a:rPr lang="fr-FR" dirty="0" err="1"/>
              <a:t>deserunt</a:t>
            </a:r>
            <a:r>
              <a:rPr lang="fr-FR" dirty="0"/>
              <a:t> mollit </a:t>
            </a:r>
            <a:r>
              <a:rPr lang="fr-FR" dirty="0" err="1"/>
              <a:t>anim</a:t>
            </a:r>
            <a:r>
              <a:rPr lang="fr-FR" dirty="0"/>
              <a:t> id est laborum. </a:t>
            </a:r>
          </a:p>
        </p:txBody>
      </p:sp>
    </p:spTree>
    <p:extLst>
      <p:ext uri="{BB962C8B-B14F-4D97-AF65-F5344CB8AC3E}">
        <p14:creationId xmlns:p14="http://schemas.microsoft.com/office/powerpoint/2010/main" val="17871314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17" name="Rectangle 16"/>
          <p:cNvSpPr/>
          <p:nvPr userDrawn="1"/>
        </p:nvSpPr>
        <p:spPr>
          <a:xfrm>
            <a:off x="0" y="0"/>
            <a:ext cx="1546789" cy="6488720"/>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0000"/>
              </a:solidFill>
            </a:endParaRPr>
          </a:p>
        </p:txBody>
      </p:sp>
      <p:sp>
        <p:nvSpPr>
          <p:cNvPr id="5" name="Rectangle 4"/>
          <p:cNvSpPr/>
          <p:nvPr userDrawn="1"/>
        </p:nvSpPr>
        <p:spPr>
          <a:xfrm>
            <a:off x="1546789" y="0"/>
            <a:ext cx="7475745"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8" name="Espace réservé du titre 1">
            <a:extLst>
              <a:ext uri="{FF2B5EF4-FFF2-40B4-BE49-F238E27FC236}">
                <a16:creationId xmlns:a16="http://schemas.microsoft.com/office/drawing/2014/main" id="{40E8BB38-866F-DF7A-7FDC-19925CCBF6D1}"/>
              </a:ext>
            </a:extLst>
          </p:cNvPr>
          <p:cNvSpPr txBox="1">
            <a:spLocks/>
          </p:cNvSpPr>
          <p:nvPr userDrawn="1"/>
        </p:nvSpPr>
        <p:spPr>
          <a:xfrm rot="16200000">
            <a:off x="-941107" y="3060149"/>
            <a:ext cx="3429002"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r>
              <a:rPr lang="fr-FR" dirty="0">
                <a:solidFill>
                  <a:schemeClr val="bg1"/>
                </a:solidFill>
                <a:latin typeface="+mj-lt"/>
              </a:rPr>
              <a:t>CORRECTIONS</a:t>
            </a:r>
            <a:endParaRPr lang="fr-FR" sz="3000" dirty="0">
              <a:solidFill>
                <a:schemeClr val="bg1"/>
              </a:solidFill>
              <a:latin typeface="+mj-lt"/>
            </a:endParaRPr>
          </a:p>
        </p:txBody>
      </p:sp>
      <p:sp>
        <p:nvSpPr>
          <p:cNvPr id="21" name="Espace réservé du texte 9">
            <a:extLst>
              <a:ext uri="{FF2B5EF4-FFF2-40B4-BE49-F238E27FC236}">
                <a16:creationId xmlns:a16="http://schemas.microsoft.com/office/drawing/2014/main" id="{7892546E-AA20-B082-7586-F5D1DEAD5410}"/>
              </a:ext>
            </a:extLst>
          </p:cNvPr>
          <p:cNvSpPr>
            <a:spLocks noGrp="1"/>
          </p:cNvSpPr>
          <p:nvPr>
            <p:ph type="body" sz="quarter" idx="14" hasCustomPrompt="1"/>
          </p:nvPr>
        </p:nvSpPr>
        <p:spPr>
          <a:xfrm>
            <a:off x="1734071" y="309581"/>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MINI-TEST &lt; NOM DU CHAPITRE &gt;</a:t>
            </a:r>
            <a:endParaRPr lang="fr-FR" sz="1400" spc="0" dirty="0">
              <a:solidFill>
                <a:srgbClr val="C2211D"/>
              </a:solidFill>
              <a:latin typeface="+mj-lt"/>
            </a:endParaRPr>
          </a:p>
        </p:txBody>
      </p:sp>
      <p:sp>
        <p:nvSpPr>
          <p:cNvPr id="22" name="Espace réservé du texte 9">
            <a:extLst>
              <a:ext uri="{FF2B5EF4-FFF2-40B4-BE49-F238E27FC236}">
                <a16:creationId xmlns:a16="http://schemas.microsoft.com/office/drawing/2014/main" id="{B8848D0C-6120-5412-8AA6-F48BB24C4DB7}"/>
              </a:ext>
            </a:extLst>
          </p:cNvPr>
          <p:cNvSpPr>
            <a:spLocks noGrp="1"/>
          </p:cNvSpPr>
          <p:nvPr>
            <p:ph type="body" sz="quarter" idx="15" hasCustomPrompt="1"/>
          </p:nvPr>
        </p:nvSpPr>
        <p:spPr>
          <a:xfrm>
            <a:off x="1734071" y="1581897"/>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MINI-TEST &lt; NOM DU CHAPITRE &gt;</a:t>
            </a:r>
            <a:endParaRPr lang="fr-FR" sz="1400" spc="0" dirty="0">
              <a:solidFill>
                <a:srgbClr val="C2211D"/>
              </a:solidFill>
              <a:latin typeface="+mj-lt"/>
            </a:endParaRPr>
          </a:p>
        </p:txBody>
      </p:sp>
      <p:sp>
        <p:nvSpPr>
          <p:cNvPr id="23" name="Espace réservé du texte 9">
            <a:extLst>
              <a:ext uri="{FF2B5EF4-FFF2-40B4-BE49-F238E27FC236}">
                <a16:creationId xmlns:a16="http://schemas.microsoft.com/office/drawing/2014/main" id="{7E16D555-40CD-AE6D-D2E3-3CF0871E914F}"/>
              </a:ext>
            </a:extLst>
          </p:cNvPr>
          <p:cNvSpPr>
            <a:spLocks noGrp="1"/>
          </p:cNvSpPr>
          <p:nvPr>
            <p:ph type="body" sz="quarter" idx="16" hasCustomPrompt="1"/>
          </p:nvPr>
        </p:nvSpPr>
        <p:spPr>
          <a:xfrm>
            <a:off x="1734071" y="2518819"/>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MINI-TEST &lt; NOM DU CHAPITRE &gt;</a:t>
            </a:r>
            <a:endParaRPr lang="fr-FR" sz="1400" spc="0" dirty="0">
              <a:solidFill>
                <a:srgbClr val="C2211D"/>
              </a:solidFill>
              <a:latin typeface="+mj-lt"/>
            </a:endParaRPr>
          </a:p>
        </p:txBody>
      </p:sp>
      <p:sp>
        <p:nvSpPr>
          <p:cNvPr id="24" name="Espace réservé du texte 9">
            <a:extLst>
              <a:ext uri="{FF2B5EF4-FFF2-40B4-BE49-F238E27FC236}">
                <a16:creationId xmlns:a16="http://schemas.microsoft.com/office/drawing/2014/main" id="{491A7B4E-34E9-9C84-6513-0252CFCBFC68}"/>
              </a:ext>
            </a:extLst>
          </p:cNvPr>
          <p:cNvSpPr>
            <a:spLocks noGrp="1"/>
          </p:cNvSpPr>
          <p:nvPr>
            <p:ph type="body" sz="quarter" idx="17" hasCustomPrompt="1"/>
          </p:nvPr>
        </p:nvSpPr>
        <p:spPr>
          <a:xfrm>
            <a:off x="1734071" y="3465501"/>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MINI-TEST &lt; NOM DU CHAPITRE &gt;</a:t>
            </a:r>
            <a:endParaRPr lang="fr-FR" sz="1400" spc="0" dirty="0">
              <a:solidFill>
                <a:srgbClr val="C2211D"/>
              </a:solidFill>
              <a:latin typeface="+mj-lt"/>
            </a:endParaRPr>
          </a:p>
        </p:txBody>
      </p:sp>
      <p:sp>
        <p:nvSpPr>
          <p:cNvPr id="25" name="Espace réservé du texte 9">
            <a:extLst>
              <a:ext uri="{FF2B5EF4-FFF2-40B4-BE49-F238E27FC236}">
                <a16:creationId xmlns:a16="http://schemas.microsoft.com/office/drawing/2014/main" id="{192E2AB3-B11C-1A7B-13C2-A4BC3AE91952}"/>
              </a:ext>
            </a:extLst>
          </p:cNvPr>
          <p:cNvSpPr>
            <a:spLocks noGrp="1"/>
          </p:cNvSpPr>
          <p:nvPr>
            <p:ph type="body" sz="quarter" idx="18" hasCustomPrompt="1"/>
          </p:nvPr>
        </p:nvSpPr>
        <p:spPr>
          <a:xfrm>
            <a:off x="1734071" y="4784917"/>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MINI-TEST &lt; NOM DU CHAPITRE &gt;</a:t>
            </a:r>
            <a:endParaRPr lang="fr-FR" sz="1400" spc="0" dirty="0">
              <a:solidFill>
                <a:srgbClr val="C2211D"/>
              </a:solidFill>
              <a:latin typeface="+mj-lt"/>
            </a:endParaRPr>
          </a:p>
        </p:txBody>
      </p:sp>
      <p:sp>
        <p:nvSpPr>
          <p:cNvPr id="3" name="Espace réservé du texte 2">
            <a:extLst>
              <a:ext uri="{FF2B5EF4-FFF2-40B4-BE49-F238E27FC236}">
                <a16:creationId xmlns:a16="http://schemas.microsoft.com/office/drawing/2014/main" id="{B1E2D869-EC1C-C052-7C83-8D84C6CEF7D7}"/>
              </a:ext>
            </a:extLst>
          </p:cNvPr>
          <p:cNvSpPr>
            <a:spLocks noGrp="1"/>
          </p:cNvSpPr>
          <p:nvPr>
            <p:ph type="body" sz="quarter" idx="19" hasCustomPrompt="1"/>
          </p:nvPr>
        </p:nvSpPr>
        <p:spPr>
          <a:xfrm>
            <a:off x="1733550" y="571500"/>
            <a:ext cx="7302500" cy="1009650"/>
          </a:xfrm>
          <a:prstGeom prst="rect">
            <a:avLst/>
          </a:prstGeom>
        </p:spPr>
        <p:txBody>
          <a:bodyPr/>
          <a:lstStyle>
            <a:lvl1pPr>
              <a:lnSpc>
                <a:spcPct val="100000"/>
              </a:lnSpc>
              <a:spcBef>
                <a:spcPts val="300"/>
              </a:spcBef>
              <a:defRPr sz="1100">
                <a:latin typeface="+mj-lt"/>
              </a:defRPr>
            </a:lvl1pPr>
          </a:lstStyle>
          <a:p>
            <a:pPr lvl="0"/>
            <a:r>
              <a:rPr lang="fr-FR" dirty="0"/>
              <a:t>Réponse 1</a:t>
            </a:r>
          </a:p>
          <a:p>
            <a:pPr lvl="0"/>
            <a:r>
              <a:rPr lang="fr-FR" dirty="0"/>
              <a:t>Réponse 2</a:t>
            </a:r>
          </a:p>
          <a:p>
            <a:pPr lvl="0"/>
            <a:r>
              <a:rPr lang="fr-FR" dirty="0"/>
              <a:t>Réponse 3</a:t>
            </a:r>
          </a:p>
          <a:p>
            <a:pPr lvl="0"/>
            <a:r>
              <a:rPr lang="fr-FR" dirty="0"/>
              <a:t>Réponse 4</a:t>
            </a:r>
          </a:p>
          <a:p>
            <a:pPr lvl="0"/>
            <a:r>
              <a:rPr lang="fr-FR" dirty="0"/>
              <a:t>Réponse 5 </a:t>
            </a:r>
          </a:p>
        </p:txBody>
      </p:sp>
      <p:sp>
        <p:nvSpPr>
          <p:cNvPr id="19" name="Espace réservé du texte 2">
            <a:extLst>
              <a:ext uri="{FF2B5EF4-FFF2-40B4-BE49-F238E27FC236}">
                <a16:creationId xmlns:a16="http://schemas.microsoft.com/office/drawing/2014/main" id="{CE680DD0-EC50-6205-9169-880457CD30BD}"/>
              </a:ext>
            </a:extLst>
          </p:cNvPr>
          <p:cNvSpPr>
            <a:spLocks noGrp="1"/>
          </p:cNvSpPr>
          <p:nvPr>
            <p:ph type="body" sz="quarter" idx="20" hasCustomPrompt="1"/>
          </p:nvPr>
        </p:nvSpPr>
        <p:spPr>
          <a:xfrm>
            <a:off x="1733550" y="1843239"/>
            <a:ext cx="7302500" cy="684624"/>
          </a:xfrm>
          <a:prstGeom prst="rect">
            <a:avLst/>
          </a:prstGeom>
        </p:spPr>
        <p:txBody>
          <a:bodyPr/>
          <a:lstStyle>
            <a:lvl1pPr>
              <a:lnSpc>
                <a:spcPct val="100000"/>
              </a:lnSpc>
              <a:spcBef>
                <a:spcPts val="300"/>
              </a:spcBef>
              <a:defRPr sz="1100">
                <a:latin typeface="+mj-lt"/>
              </a:defRPr>
            </a:lvl1pPr>
          </a:lstStyle>
          <a:p>
            <a:pPr lvl="0"/>
            <a:r>
              <a:rPr lang="fr-FR" dirty="0"/>
              <a:t>Réponse 1</a:t>
            </a:r>
          </a:p>
          <a:p>
            <a:pPr lvl="0"/>
            <a:r>
              <a:rPr lang="fr-FR" dirty="0"/>
              <a:t>Réponse 2</a:t>
            </a:r>
          </a:p>
          <a:p>
            <a:pPr lvl="0"/>
            <a:r>
              <a:rPr lang="fr-FR" dirty="0"/>
              <a:t>Réponse 3</a:t>
            </a:r>
          </a:p>
        </p:txBody>
      </p:sp>
      <p:sp>
        <p:nvSpPr>
          <p:cNvPr id="20" name="Espace réservé du texte 2">
            <a:extLst>
              <a:ext uri="{FF2B5EF4-FFF2-40B4-BE49-F238E27FC236}">
                <a16:creationId xmlns:a16="http://schemas.microsoft.com/office/drawing/2014/main" id="{BF057AD2-482A-B23F-829A-79E18B519233}"/>
              </a:ext>
            </a:extLst>
          </p:cNvPr>
          <p:cNvSpPr>
            <a:spLocks noGrp="1"/>
          </p:cNvSpPr>
          <p:nvPr>
            <p:ph type="body" sz="quarter" idx="21" hasCustomPrompt="1"/>
          </p:nvPr>
        </p:nvSpPr>
        <p:spPr>
          <a:xfrm>
            <a:off x="1733550" y="2789205"/>
            <a:ext cx="7302500" cy="684624"/>
          </a:xfrm>
          <a:prstGeom prst="rect">
            <a:avLst/>
          </a:prstGeom>
        </p:spPr>
        <p:txBody>
          <a:bodyPr/>
          <a:lstStyle>
            <a:lvl1pPr>
              <a:lnSpc>
                <a:spcPct val="100000"/>
              </a:lnSpc>
              <a:spcBef>
                <a:spcPts val="300"/>
              </a:spcBef>
              <a:defRPr sz="1100">
                <a:latin typeface="+mj-lt"/>
              </a:defRPr>
            </a:lvl1pPr>
          </a:lstStyle>
          <a:p>
            <a:pPr lvl="0"/>
            <a:r>
              <a:rPr lang="fr-FR" dirty="0"/>
              <a:t>Réponse 1</a:t>
            </a:r>
          </a:p>
          <a:p>
            <a:pPr lvl="0"/>
            <a:r>
              <a:rPr lang="fr-FR" dirty="0"/>
              <a:t>Réponse 2</a:t>
            </a:r>
          </a:p>
          <a:p>
            <a:pPr lvl="0"/>
            <a:r>
              <a:rPr lang="fr-FR" dirty="0"/>
              <a:t>Réponse 3</a:t>
            </a:r>
          </a:p>
        </p:txBody>
      </p:sp>
      <p:sp>
        <p:nvSpPr>
          <p:cNvPr id="26" name="Espace réservé du texte 2">
            <a:extLst>
              <a:ext uri="{FF2B5EF4-FFF2-40B4-BE49-F238E27FC236}">
                <a16:creationId xmlns:a16="http://schemas.microsoft.com/office/drawing/2014/main" id="{AE583AB8-A73C-6C69-4F6D-302CD5A2A401}"/>
              </a:ext>
            </a:extLst>
          </p:cNvPr>
          <p:cNvSpPr>
            <a:spLocks noGrp="1"/>
          </p:cNvSpPr>
          <p:nvPr>
            <p:ph type="body" sz="quarter" idx="22" hasCustomPrompt="1"/>
          </p:nvPr>
        </p:nvSpPr>
        <p:spPr>
          <a:xfrm>
            <a:off x="1733550" y="3730774"/>
            <a:ext cx="7302500" cy="1054141"/>
          </a:xfrm>
          <a:prstGeom prst="rect">
            <a:avLst/>
          </a:prstGeom>
        </p:spPr>
        <p:txBody>
          <a:bodyPr/>
          <a:lstStyle>
            <a:lvl1pPr>
              <a:lnSpc>
                <a:spcPct val="100000"/>
              </a:lnSpc>
              <a:spcBef>
                <a:spcPts val="300"/>
              </a:spcBef>
              <a:defRPr sz="1100">
                <a:latin typeface="+mj-lt"/>
              </a:defRPr>
            </a:lvl1pPr>
          </a:lstStyle>
          <a:p>
            <a:pPr lvl="0"/>
            <a:r>
              <a:rPr lang="fr-FR" dirty="0"/>
              <a:t>Réponse 1</a:t>
            </a:r>
          </a:p>
          <a:p>
            <a:pPr lvl="0"/>
            <a:r>
              <a:rPr lang="fr-FR" dirty="0"/>
              <a:t>Réponse 2</a:t>
            </a:r>
          </a:p>
          <a:p>
            <a:pPr lvl="0"/>
            <a:r>
              <a:rPr lang="fr-FR" dirty="0"/>
              <a:t>Réponse 3</a:t>
            </a:r>
          </a:p>
          <a:p>
            <a:pPr lvl="0"/>
            <a:r>
              <a:rPr lang="fr-FR" dirty="0"/>
              <a:t>Réponse 4</a:t>
            </a:r>
          </a:p>
          <a:p>
            <a:pPr lvl="0"/>
            <a:r>
              <a:rPr lang="fr-FR" dirty="0"/>
              <a:t>Réponse 5 </a:t>
            </a:r>
          </a:p>
        </p:txBody>
      </p:sp>
      <p:sp>
        <p:nvSpPr>
          <p:cNvPr id="27" name="Espace réservé du texte 2">
            <a:extLst>
              <a:ext uri="{FF2B5EF4-FFF2-40B4-BE49-F238E27FC236}">
                <a16:creationId xmlns:a16="http://schemas.microsoft.com/office/drawing/2014/main" id="{9E113D83-09AA-0646-2496-3179019A4955}"/>
              </a:ext>
            </a:extLst>
          </p:cNvPr>
          <p:cNvSpPr>
            <a:spLocks noGrp="1"/>
          </p:cNvSpPr>
          <p:nvPr>
            <p:ph type="body" sz="quarter" idx="23" hasCustomPrompt="1"/>
          </p:nvPr>
        </p:nvSpPr>
        <p:spPr>
          <a:xfrm>
            <a:off x="1733550" y="5041860"/>
            <a:ext cx="7302500" cy="1054141"/>
          </a:xfrm>
          <a:prstGeom prst="rect">
            <a:avLst/>
          </a:prstGeom>
        </p:spPr>
        <p:txBody>
          <a:bodyPr/>
          <a:lstStyle>
            <a:lvl1pPr>
              <a:lnSpc>
                <a:spcPct val="100000"/>
              </a:lnSpc>
              <a:spcBef>
                <a:spcPts val="300"/>
              </a:spcBef>
              <a:defRPr sz="1100">
                <a:latin typeface="+mj-lt"/>
              </a:defRPr>
            </a:lvl1pPr>
          </a:lstStyle>
          <a:p>
            <a:pPr lvl="0"/>
            <a:r>
              <a:rPr lang="fr-FR" dirty="0"/>
              <a:t>Réponse 1</a:t>
            </a:r>
          </a:p>
          <a:p>
            <a:pPr lvl="0"/>
            <a:r>
              <a:rPr lang="fr-FR" dirty="0"/>
              <a:t>Réponse 2</a:t>
            </a:r>
          </a:p>
          <a:p>
            <a:pPr lvl="0"/>
            <a:r>
              <a:rPr lang="fr-FR" dirty="0"/>
              <a:t>Réponse 3</a:t>
            </a:r>
          </a:p>
          <a:p>
            <a:pPr lvl="0"/>
            <a:r>
              <a:rPr lang="fr-FR" dirty="0"/>
              <a:t>Réponse 4</a:t>
            </a:r>
          </a:p>
          <a:p>
            <a:pPr lvl="0"/>
            <a:r>
              <a:rPr lang="fr-FR" dirty="0"/>
              <a:t>Réponse 5 </a:t>
            </a:r>
          </a:p>
        </p:txBody>
      </p:sp>
    </p:spTree>
    <p:extLst>
      <p:ext uri="{BB962C8B-B14F-4D97-AF65-F5344CB8AC3E}">
        <p14:creationId xmlns:p14="http://schemas.microsoft.com/office/powerpoint/2010/main" val="42193087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_Disposition personnalisée">
    <p:spTree>
      <p:nvGrpSpPr>
        <p:cNvPr id="1" name=""/>
        <p:cNvGrpSpPr/>
        <p:nvPr/>
      </p:nvGrpSpPr>
      <p:grpSpPr>
        <a:xfrm>
          <a:off x="0" y="0"/>
          <a:ext cx="0" cy="0"/>
          <a:chOff x="0" y="0"/>
          <a:chExt cx="0" cy="0"/>
        </a:xfrm>
      </p:grpSpPr>
      <p:sp>
        <p:nvSpPr>
          <p:cNvPr id="20" name="Rectangle 19"/>
          <p:cNvSpPr/>
          <p:nvPr userDrawn="1"/>
        </p:nvSpPr>
        <p:spPr>
          <a:xfrm>
            <a:off x="0" y="0"/>
            <a:ext cx="1546789" cy="6488720"/>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0000"/>
              </a:solidFill>
            </a:endParaRPr>
          </a:p>
        </p:txBody>
      </p:sp>
      <p:sp>
        <p:nvSpPr>
          <p:cNvPr id="5" name="Rectangle 4"/>
          <p:cNvSpPr/>
          <p:nvPr userDrawn="1"/>
        </p:nvSpPr>
        <p:spPr>
          <a:xfrm>
            <a:off x="1546789" y="0"/>
            <a:ext cx="7475746"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12" name="Rectangle 1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1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1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1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7" name="Espace réservé du titre 1">
            <a:extLst>
              <a:ext uri="{FF2B5EF4-FFF2-40B4-BE49-F238E27FC236}">
                <a16:creationId xmlns:a16="http://schemas.microsoft.com/office/drawing/2014/main" id="{2E15E1A4-5212-CBB9-CA26-D21BC123BE9C}"/>
              </a:ext>
            </a:extLst>
          </p:cNvPr>
          <p:cNvSpPr txBox="1">
            <a:spLocks/>
          </p:cNvSpPr>
          <p:nvPr userDrawn="1"/>
        </p:nvSpPr>
        <p:spPr>
          <a:xfrm rot="16200000">
            <a:off x="-941107" y="3060149"/>
            <a:ext cx="3429002"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r>
              <a:rPr lang="fr-FR" dirty="0">
                <a:solidFill>
                  <a:schemeClr val="bg1"/>
                </a:solidFill>
                <a:latin typeface="+mj-lt"/>
              </a:rPr>
              <a:t>CORRECTIONS</a:t>
            </a:r>
            <a:endParaRPr lang="fr-FR" sz="3000" dirty="0">
              <a:solidFill>
                <a:schemeClr val="bg1"/>
              </a:solidFill>
              <a:latin typeface="+mj-lt"/>
            </a:endParaRPr>
          </a:p>
        </p:txBody>
      </p:sp>
      <p:sp>
        <p:nvSpPr>
          <p:cNvPr id="18" name="Espace réservé du texte 9">
            <a:extLst>
              <a:ext uri="{FF2B5EF4-FFF2-40B4-BE49-F238E27FC236}">
                <a16:creationId xmlns:a16="http://schemas.microsoft.com/office/drawing/2014/main" id="{0D7F0F99-BB5F-7017-129E-999C8CACE17D}"/>
              </a:ext>
            </a:extLst>
          </p:cNvPr>
          <p:cNvSpPr>
            <a:spLocks noGrp="1"/>
          </p:cNvSpPr>
          <p:nvPr>
            <p:ph type="body" sz="quarter" idx="14" hasCustomPrompt="1"/>
          </p:nvPr>
        </p:nvSpPr>
        <p:spPr>
          <a:xfrm>
            <a:off x="1734071" y="309581"/>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QCM &lt; NOM DU CHAPITRE &gt;</a:t>
            </a:r>
            <a:endParaRPr lang="fr-FR" sz="1400" spc="0" dirty="0">
              <a:solidFill>
                <a:srgbClr val="C2211D"/>
              </a:solidFill>
              <a:latin typeface="+mj-lt"/>
            </a:endParaRPr>
          </a:p>
        </p:txBody>
      </p:sp>
      <p:sp>
        <p:nvSpPr>
          <p:cNvPr id="21" name="Espace réservé du texte 9">
            <a:extLst>
              <a:ext uri="{FF2B5EF4-FFF2-40B4-BE49-F238E27FC236}">
                <a16:creationId xmlns:a16="http://schemas.microsoft.com/office/drawing/2014/main" id="{AC7A450F-7F91-9C30-B1BB-41128289E2A6}"/>
              </a:ext>
            </a:extLst>
          </p:cNvPr>
          <p:cNvSpPr>
            <a:spLocks noGrp="1"/>
          </p:cNvSpPr>
          <p:nvPr>
            <p:ph type="body" sz="quarter" idx="15" hasCustomPrompt="1"/>
          </p:nvPr>
        </p:nvSpPr>
        <p:spPr>
          <a:xfrm>
            <a:off x="1734071" y="1651180"/>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QCM &lt; NOM DU CHAPITRE &gt;</a:t>
            </a:r>
            <a:endParaRPr lang="fr-FR" sz="1400" spc="0" dirty="0">
              <a:solidFill>
                <a:srgbClr val="C2211D"/>
              </a:solidFill>
              <a:latin typeface="+mj-lt"/>
            </a:endParaRPr>
          </a:p>
        </p:txBody>
      </p:sp>
      <p:sp>
        <p:nvSpPr>
          <p:cNvPr id="22" name="Espace réservé du texte 9">
            <a:extLst>
              <a:ext uri="{FF2B5EF4-FFF2-40B4-BE49-F238E27FC236}">
                <a16:creationId xmlns:a16="http://schemas.microsoft.com/office/drawing/2014/main" id="{7CC57CFF-CEA8-ED27-CEBA-AB9AD24D71DE}"/>
              </a:ext>
            </a:extLst>
          </p:cNvPr>
          <p:cNvSpPr>
            <a:spLocks noGrp="1"/>
          </p:cNvSpPr>
          <p:nvPr>
            <p:ph type="body" sz="quarter" idx="16" hasCustomPrompt="1"/>
          </p:nvPr>
        </p:nvSpPr>
        <p:spPr>
          <a:xfrm>
            <a:off x="1734071" y="2578330"/>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QCM &lt; NOM DU CHAPITRE &gt;</a:t>
            </a:r>
            <a:endParaRPr lang="fr-FR" sz="1400" spc="0" dirty="0">
              <a:solidFill>
                <a:srgbClr val="C2211D"/>
              </a:solidFill>
              <a:latin typeface="+mj-lt"/>
            </a:endParaRPr>
          </a:p>
        </p:txBody>
      </p:sp>
      <p:sp>
        <p:nvSpPr>
          <p:cNvPr id="24" name="Espace réservé du texte 9">
            <a:extLst>
              <a:ext uri="{FF2B5EF4-FFF2-40B4-BE49-F238E27FC236}">
                <a16:creationId xmlns:a16="http://schemas.microsoft.com/office/drawing/2014/main" id="{2D61B730-CE2C-ACAC-838D-87F1C36A8042}"/>
              </a:ext>
            </a:extLst>
          </p:cNvPr>
          <p:cNvSpPr>
            <a:spLocks noGrp="1"/>
          </p:cNvSpPr>
          <p:nvPr>
            <p:ph type="body" sz="quarter" idx="17" hasCustomPrompt="1"/>
          </p:nvPr>
        </p:nvSpPr>
        <p:spPr>
          <a:xfrm>
            <a:off x="1734071" y="3542250"/>
            <a:ext cx="7301517" cy="261342"/>
          </a:xfrm>
          <a:prstGeom prst="rect">
            <a:avLst/>
          </a:prstGeom>
        </p:spPr>
        <p:txBody>
          <a:bodyPr/>
          <a:lstStyle>
            <a:lvl1pPr>
              <a:defRPr sz="1400" b="1">
                <a:solidFill>
                  <a:srgbClr val="101024"/>
                </a:solidFill>
                <a:latin typeface="+mj-lt"/>
              </a:defRPr>
            </a:lvl1pPr>
          </a:lstStyle>
          <a:p>
            <a:pPr algn="l"/>
            <a:r>
              <a:rPr lang="fr-FR" sz="1400" spc="0" baseline="0" dirty="0">
                <a:solidFill>
                  <a:srgbClr val="C2211D"/>
                </a:solidFill>
                <a:latin typeface="+mj-lt"/>
              </a:rPr>
              <a:t>QCM &lt; NOM DU CHAPITRE &gt;</a:t>
            </a:r>
            <a:endParaRPr lang="fr-FR" sz="1400" spc="0" dirty="0">
              <a:solidFill>
                <a:srgbClr val="C2211D"/>
              </a:solidFill>
              <a:latin typeface="+mj-lt"/>
            </a:endParaRPr>
          </a:p>
        </p:txBody>
      </p:sp>
      <p:sp>
        <p:nvSpPr>
          <p:cNvPr id="19" name="Espace réservé du texte 2">
            <a:extLst>
              <a:ext uri="{FF2B5EF4-FFF2-40B4-BE49-F238E27FC236}">
                <a16:creationId xmlns:a16="http://schemas.microsoft.com/office/drawing/2014/main" id="{978510A5-6D1D-614D-2F8A-F430D5C05C9B}"/>
              </a:ext>
            </a:extLst>
          </p:cNvPr>
          <p:cNvSpPr>
            <a:spLocks noGrp="1"/>
          </p:cNvSpPr>
          <p:nvPr>
            <p:ph type="body" sz="quarter" idx="23" hasCustomPrompt="1"/>
          </p:nvPr>
        </p:nvSpPr>
        <p:spPr>
          <a:xfrm>
            <a:off x="1733550" y="598710"/>
            <a:ext cx="7302500" cy="1052469"/>
          </a:xfrm>
          <a:prstGeom prst="rect">
            <a:avLst/>
          </a:prstGeom>
        </p:spPr>
        <p:txBody>
          <a:bodyPr/>
          <a:lstStyle>
            <a:lvl1pPr>
              <a:lnSpc>
                <a:spcPct val="100000"/>
              </a:lnSpc>
              <a:spcBef>
                <a:spcPts val="300"/>
              </a:spcBef>
              <a:defRPr sz="1100">
                <a:latin typeface="+mj-lt"/>
              </a:defRPr>
            </a:lvl1pPr>
          </a:lstStyle>
          <a:p>
            <a:pPr lvl="0"/>
            <a:r>
              <a:rPr lang="fr-FR" dirty="0"/>
              <a:t>Bonne réponse question 1</a:t>
            </a:r>
          </a:p>
          <a:p>
            <a:pPr lvl="0"/>
            <a:r>
              <a:rPr lang="fr-FR" dirty="0"/>
              <a:t>Bonne réponse question 2</a:t>
            </a:r>
          </a:p>
          <a:p>
            <a:pPr lvl="0"/>
            <a:r>
              <a:rPr lang="fr-FR" dirty="0"/>
              <a:t>Bonne réponse question 3</a:t>
            </a:r>
          </a:p>
          <a:p>
            <a:pPr lvl="0"/>
            <a:r>
              <a:rPr lang="fr-FR" dirty="0"/>
              <a:t>Bonne réponse question 4</a:t>
            </a:r>
          </a:p>
          <a:p>
            <a:pPr lvl="0"/>
            <a:r>
              <a:rPr lang="fr-FR" dirty="0"/>
              <a:t>Bonne réponse question 5</a:t>
            </a:r>
          </a:p>
        </p:txBody>
      </p:sp>
      <p:sp>
        <p:nvSpPr>
          <p:cNvPr id="26" name="Espace réservé du texte 2">
            <a:extLst>
              <a:ext uri="{FF2B5EF4-FFF2-40B4-BE49-F238E27FC236}">
                <a16:creationId xmlns:a16="http://schemas.microsoft.com/office/drawing/2014/main" id="{E50140DB-4B87-9B94-369F-23AC9876E7B4}"/>
              </a:ext>
            </a:extLst>
          </p:cNvPr>
          <p:cNvSpPr>
            <a:spLocks noGrp="1"/>
          </p:cNvSpPr>
          <p:nvPr>
            <p:ph type="body" sz="quarter" idx="24" hasCustomPrompt="1"/>
          </p:nvPr>
        </p:nvSpPr>
        <p:spPr>
          <a:xfrm>
            <a:off x="1733550" y="3803592"/>
            <a:ext cx="7302500" cy="1052469"/>
          </a:xfrm>
          <a:prstGeom prst="rect">
            <a:avLst/>
          </a:prstGeom>
        </p:spPr>
        <p:txBody>
          <a:bodyPr/>
          <a:lstStyle>
            <a:lvl1pPr>
              <a:lnSpc>
                <a:spcPct val="100000"/>
              </a:lnSpc>
              <a:spcBef>
                <a:spcPts val="300"/>
              </a:spcBef>
              <a:defRPr sz="1100">
                <a:latin typeface="+mj-lt"/>
              </a:defRPr>
            </a:lvl1pPr>
          </a:lstStyle>
          <a:p>
            <a:pPr lvl="0"/>
            <a:r>
              <a:rPr lang="fr-FR" dirty="0"/>
              <a:t>Bonne réponse question 1</a:t>
            </a:r>
          </a:p>
          <a:p>
            <a:pPr lvl="0"/>
            <a:r>
              <a:rPr lang="fr-FR" dirty="0"/>
              <a:t>Bonne réponse question 2</a:t>
            </a:r>
          </a:p>
          <a:p>
            <a:pPr lvl="0"/>
            <a:r>
              <a:rPr lang="fr-FR" dirty="0"/>
              <a:t>Bonne réponse question 3</a:t>
            </a:r>
          </a:p>
          <a:p>
            <a:pPr lvl="0"/>
            <a:r>
              <a:rPr lang="fr-FR" dirty="0"/>
              <a:t>Bonne réponse question 4</a:t>
            </a:r>
          </a:p>
          <a:p>
            <a:pPr lvl="0"/>
            <a:r>
              <a:rPr lang="fr-FR" dirty="0"/>
              <a:t>Bonne réponse question 5</a:t>
            </a:r>
          </a:p>
        </p:txBody>
      </p:sp>
      <p:sp>
        <p:nvSpPr>
          <p:cNvPr id="27" name="Espace réservé du texte 2">
            <a:extLst>
              <a:ext uri="{FF2B5EF4-FFF2-40B4-BE49-F238E27FC236}">
                <a16:creationId xmlns:a16="http://schemas.microsoft.com/office/drawing/2014/main" id="{2CD57268-C271-61DC-8DBC-4CE2A02E1D98}"/>
              </a:ext>
            </a:extLst>
          </p:cNvPr>
          <p:cNvSpPr>
            <a:spLocks noGrp="1"/>
          </p:cNvSpPr>
          <p:nvPr>
            <p:ph type="body" sz="quarter" idx="25" hasCustomPrompt="1"/>
          </p:nvPr>
        </p:nvSpPr>
        <p:spPr>
          <a:xfrm>
            <a:off x="1733319" y="2839672"/>
            <a:ext cx="7302500" cy="702577"/>
          </a:xfrm>
          <a:prstGeom prst="rect">
            <a:avLst/>
          </a:prstGeom>
        </p:spPr>
        <p:txBody>
          <a:bodyPr/>
          <a:lstStyle>
            <a:lvl1pPr>
              <a:lnSpc>
                <a:spcPct val="100000"/>
              </a:lnSpc>
              <a:spcBef>
                <a:spcPts val="300"/>
              </a:spcBef>
              <a:defRPr sz="1100">
                <a:latin typeface="+mj-lt"/>
              </a:defRPr>
            </a:lvl1pPr>
          </a:lstStyle>
          <a:p>
            <a:pPr lvl="0"/>
            <a:r>
              <a:rPr lang="fr-FR" dirty="0"/>
              <a:t>Bonne réponse question 1</a:t>
            </a:r>
          </a:p>
          <a:p>
            <a:pPr lvl="0"/>
            <a:r>
              <a:rPr lang="fr-FR" dirty="0"/>
              <a:t>Bonne réponse question 2</a:t>
            </a:r>
          </a:p>
          <a:p>
            <a:pPr lvl="0"/>
            <a:r>
              <a:rPr lang="fr-FR" dirty="0"/>
              <a:t>Bonne réponse question 3</a:t>
            </a:r>
          </a:p>
        </p:txBody>
      </p:sp>
      <p:sp>
        <p:nvSpPr>
          <p:cNvPr id="28" name="Espace réservé du texte 2">
            <a:extLst>
              <a:ext uri="{FF2B5EF4-FFF2-40B4-BE49-F238E27FC236}">
                <a16:creationId xmlns:a16="http://schemas.microsoft.com/office/drawing/2014/main" id="{7C12E599-AD59-40CC-6F56-0C91989BF1DA}"/>
              </a:ext>
            </a:extLst>
          </p:cNvPr>
          <p:cNvSpPr>
            <a:spLocks noGrp="1"/>
          </p:cNvSpPr>
          <p:nvPr>
            <p:ph type="body" sz="quarter" idx="26" hasCustomPrompt="1"/>
          </p:nvPr>
        </p:nvSpPr>
        <p:spPr>
          <a:xfrm>
            <a:off x="1733319" y="1899435"/>
            <a:ext cx="7302500" cy="702577"/>
          </a:xfrm>
          <a:prstGeom prst="rect">
            <a:avLst/>
          </a:prstGeom>
        </p:spPr>
        <p:txBody>
          <a:bodyPr/>
          <a:lstStyle>
            <a:lvl1pPr>
              <a:lnSpc>
                <a:spcPct val="100000"/>
              </a:lnSpc>
              <a:spcBef>
                <a:spcPts val="300"/>
              </a:spcBef>
              <a:defRPr sz="1100">
                <a:latin typeface="+mj-lt"/>
              </a:defRPr>
            </a:lvl1pPr>
          </a:lstStyle>
          <a:p>
            <a:pPr lvl="0"/>
            <a:r>
              <a:rPr lang="fr-FR" dirty="0"/>
              <a:t>Bonne réponse question 1</a:t>
            </a:r>
          </a:p>
          <a:p>
            <a:pPr lvl="0"/>
            <a:r>
              <a:rPr lang="fr-FR" dirty="0"/>
              <a:t>Bonne réponse question 2</a:t>
            </a:r>
          </a:p>
          <a:p>
            <a:pPr lvl="0"/>
            <a:r>
              <a:rPr lang="fr-FR" dirty="0"/>
              <a:t>Bonne réponse question 3</a:t>
            </a:r>
          </a:p>
        </p:txBody>
      </p:sp>
    </p:spTree>
    <p:extLst>
      <p:ext uri="{BB962C8B-B14F-4D97-AF65-F5344CB8AC3E}">
        <p14:creationId xmlns:p14="http://schemas.microsoft.com/office/powerpoint/2010/main" val="14180690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signes formateur">
    <p:spTree>
      <p:nvGrpSpPr>
        <p:cNvPr id="1" name=""/>
        <p:cNvGrpSpPr/>
        <p:nvPr/>
      </p:nvGrpSpPr>
      <p:grpSpPr>
        <a:xfrm>
          <a:off x="0" y="0"/>
          <a:ext cx="0" cy="0"/>
          <a:chOff x="0" y="0"/>
          <a:chExt cx="0" cy="0"/>
        </a:xfrm>
      </p:grpSpPr>
      <p:sp>
        <p:nvSpPr>
          <p:cNvPr id="6" name="Rectangle 5"/>
          <p:cNvSpPr/>
          <p:nvPr userDrawn="1"/>
        </p:nvSpPr>
        <p:spPr>
          <a:xfrm>
            <a:off x="0" y="0"/>
            <a:ext cx="1546789" cy="6488720"/>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0000"/>
              </a:solidFill>
            </a:endParaRPr>
          </a:p>
        </p:txBody>
      </p:sp>
      <p:sp>
        <p:nvSpPr>
          <p:cNvPr id="9" name="Rectangle 8"/>
          <p:cNvSpPr/>
          <p:nvPr userDrawn="1"/>
        </p:nvSpPr>
        <p:spPr>
          <a:xfrm>
            <a:off x="1546789" y="0"/>
            <a:ext cx="7597211"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2" name="Rectangle 1"/>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3"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4"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5"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1" name="Espace réservé du titre 1">
            <a:extLst>
              <a:ext uri="{FF2B5EF4-FFF2-40B4-BE49-F238E27FC236}">
                <a16:creationId xmlns:a16="http://schemas.microsoft.com/office/drawing/2014/main" id="{6311C107-CE6B-A335-C98F-D3DD95687FDB}"/>
              </a:ext>
            </a:extLst>
          </p:cNvPr>
          <p:cNvSpPr txBox="1">
            <a:spLocks/>
          </p:cNvSpPr>
          <p:nvPr userDrawn="1"/>
        </p:nvSpPr>
        <p:spPr>
          <a:xfrm rot="16200000">
            <a:off x="-941107" y="3060149"/>
            <a:ext cx="3429002"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r>
              <a:rPr lang="fr-FR" dirty="0">
                <a:solidFill>
                  <a:schemeClr val="bg1"/>
                </a:solidFill>
                <a:latin typeface="+mj-lt"/>
              </a:rPr>
              <a:t>GLOSSAIRE</a:t>
            </a:r>
            <a:endParaRPr lang="fr-FR" sz="3000" dirty="0">
              <a:solidFill>
                <a:schemeClr val="bg1"/>
              </a:solidFill>
              <a:latin typeface="+mj-lt"/>
            </a:endParaRPr>
          </a:p>
        </p:txBody>
      </p:sp>
      <p:sp>
        <p:nvSpPr>
          <p:cNvPr id="13" name="Espace réservé du texte 12">
            <a:extLst>
              <a:ext uri="{FF2B5EF4-FFF2-40B4-BE49-F238E27FC236}">
                <a16:creationId xmlns:a16="http://schemas.microsoft.com/office/drawing/2014/main" id="{D98E912F-D895-6C37-6869-D74F449C4C64}"/>
              </a:ext>
            </a:extLst>
          </p:cNvPr>
          <p:cNvSpPr>
            <a:spLocks noGrp="1"/>
          </p:cNvSpPr>
          <p:nvPr>
            <p:ph type="body" sz="quarter" idx="10" hasCustomPrompt="1"/>
          </p:nvPr>
        </p:nvSpPr>
        <p:spPr>
          <a:xfrm>
            <a:off x="1811338" y="453006"/>
            <a:ext cx="7005491" cy="5427678"/>
          </a:xfrm>
          <a:prstGeom prst="rect">
            <a:avLst/>
          </a:prstGeom>
        </p:spPr>
        <p:txBody>
          <a:bodyPr/>
          <a:lstStyle>
            <a:lvl1pPr>
              <a:defRPr sz="1100">
                <a:latin typeface="+mj-lt"/>
              </a:defRPr>
            </a:lvl1pPr>
          </a:lstStyle>
          <a:p>
            <a:pPr marL="0" indent="0" algn="l">
              <a:lnSpc>
                <a:spcPct val="100000"/>
              </a:lnSpc>
              <a:buFont typeface="Arial" panose="020B0604020202020204" pitchFamily="34" charset="0"/>
              <a:buNone/>
            </a:pPr>
            <a:r>
              <a:rPr lang="fr-FR" sz="1100" dirty="0">
                <a:solidFill>
                  <a:srgbClr val="101024"/>
                </a:solidFill>
                <a:latin typeface="+mj-lt"/>
              </a:rPr>
              <a:t>A</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Lorem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Ipsum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Dolor :</a:t>
            </a:r>
          </a:p>
          <a:p>
            <a:pPr marL="0" indent="0" algn="l">
              <a:lnSpc>
                <a:spcPct val="100000"/>
              </a:lnSpc>
              <a:buFont typeface="Arial" panose="020B0604020202020204" pitchFamily="34" charset="0"/>
              <a:buNone/>
            </a:pPr>
            <a:r>
              <a:rPr lang="fr-FR" sz="1100" dirty="0">
                <a:solidFill>
                  <a:srgbClr val="101024"/>
                </a:solidFill>
                <a:latin typeface="+mj-lt"/>
              </a:rPr>
              <a:t>B</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Lorem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Ipsum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dirty="0">
                <a:solidFill>
                  <a:srgbClr val="101024"/>
                </a:solidFill>
                <a:latin typeface="+mj-lt"/>
              </a:rPr>
              <a:t>Dolor :</a:t>
            </a:r>
          </a:p>
          <a:p>
            <a:pPr lvl="0"/>
            <a:endParaRPr lang="fr-FR" dirty="0"/>
          </a:p>
        </p:txBody>
      </p:sp>
    </p:spTree>
    <p:extLst>
      <p:ext uri="{BB962C8B-B14F-4D97-AF65-F5344CB8AC3E}">
        <p14:creationId xmlns:p14="http://schemas.microsoft.com/office/powerpoint/2010/main" val="35578511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onsignes formateur">
    <p:spTree>
      <p:nvGrpSpPr>
        <p:cNvPr id="1" name=""/>
        <p:cNvGrpSpPr/>
        <p:nvPr/>
      </p:nvGrpSpPr>
      <p:grpSpPr>
        <a:xfrm>
          <a:off x="0" y="0"/>
          <a:ext cx="0" cy="0"/>
          <a:chOff x="0" y="0"/>
          <a:chExt cx="0" cy="0"/>
        </a:xfrm>
      </p:grpSpPr>
      <p:sp>
        <p:nvSpPr>
          <p:cNvPr id="2" name="Rectangle 1"/>
          <p:cNvSpPr/>
          <p:nvPr userDrawn="1"/>
        </p:nvSpPr>
        <p:spPr>
          <a:xfrm>
            <a:off x="0" y="0"/>
            <a:ext cx="1546789" cy="6488720"/>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0000"/>
              </a:solidFill>
            </a:endParaRPr>
          </a:p>
        </p:txBody>
      </p:sp>
      <p:sp>
        <p:nvSpPr>
          <p:cNvPr id="3" name="Rectangle 2"/>
          <p:cNvSpPr/>
          <p:nvPr userDrawn="1"/>
        </p:nvSpPr>
        <p:spPr>
          <a:xfrm>
            <a:off x="1546789" y="0"/>
            <a:ext cx="7597211" cy="6502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31F20"/>
              </a:solidFill>
            </a:endParaRPr>
          </a:p>
        </p:txBody>
      </p:sp>
      <p:sp>
        <p:nvSpPr>
          <p:cNvPr id="4" name="Rectangle 3"/>
          <p:cNvSpPr/>
          <p:nvPr userDrawn="1"/>
        </p:nvSpPr>
        <p:spPr>
          <a:xfrm>
            <a:off x="-1" y="6488722"/>
            <a:ext cx="9152277" cy="396643"/>
          </a:xfrm>
          <a:prstGeom prst="rect">
            <a:avLst/>
          </a:prstGeom>
          <a:solidFill>
            <a:srgbClr val="1010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sp>
        <p:nvSpPr>
          <p:cNvPr id="5" name="Espace réservé de la date 3"/>
          <p:cNvSpPr>
            <a:spLocks noGrp="1"/>
          </p:cNvSpPr>
          <p:nvPr>
            <p:ph type="dt" sz="half" idx="2"/>
          </p:nvPr>
        </p:nvSpPr>
        <p:spPr>
          <a:xfrm>
            <a:off x="6642589" y="6488723"/>
            <a:ext cx="2057400" cy="369278"/>
          </a:xfrm>
          <a:prstGeom prst="rect">
            <a:avLst/>
          </a:prstGeom>
        </p:spPr>
        <p:txBody>
          <a:bodyPr vert="horz" lIns="91440" tIns="45720" rIns="91440" bIns="45720" rtlCol="0" anchor="ctr"/>
          <a:lstStyle>
            <a:lvl1pPr algn="r">
              <a:defRPr sz="1100">
                <a:solidFill>
                  <a:schemeClr val="bg1"/>
                </a:solidFill>
                <a:latin typeface="+mj-lt"/>
              </a:defRPr>
            </a:lvl1pPr>
          </a:lstStyle>
          <a:p>
            <a:fld id="{44F284EE-E712-4408-A2B0-3F60E944B3CA}" type="datetimeFigureOut">
              <a:rPr lang="fr-FR" smtClean="0"/>
              <a:pPr/>
              <a:t>02/09/2026</a:t>
            </a:fld>
            <a:endParaRPr lang="fr-FR" dirty="0"/>
          </a:p>
        </p:txBody>
      </p:sp>
      <p:sp>
        <p:nvSpPr>
          <p:cNvPr id="6" name="Espace réservé du numéro de diapositive 5"/>
          <p:cNvSpPr>
            <a:spLocks noGrp="1"/>
          </p:cNvSpPr>
          <p:nvPr>
            <p:ph type="sldNum" sz="quarter" idx="4"/>
          </p:nvPr>
        </p:nvSpPr>
        <p:spPr>
          <a:xfrm>
            <a:off x="3543300" y="6491212"/>
            <a:ext cx="2057400" cy="365125"/>
          </a:xfrm>
          <a:prstGeom prst="rect">
            <a:avLst/>
          </a:prstGeom>
        </p:spPr>
        <p:txBody>
          <a:bodyPr vert="horz" lIns="91440" tIns="45720" rIns="91440" bIns="45720" rtlCol="0" anchor="ctr"/>
          <a:lstStyle>
            <a:lvl1pPr algn="ctr">
              <a:defRPr sz="1100">
                <a:solidFill>
                  <a:schemeClr val="bg1"/>
                </a:solidFill>
                <a:latin typeface="+mj-lt"/>
              </a:defRPr>
            </a:lvl1pPr>
          </a:lstStyle>
          <a:p>
            <a:fld id="{07C4DFEA-AAE8-4403-B42D-53C3950B26E2}" type="slidenum">
              <a:rPr lang="fr-FR" smtClean="0"/>
              <a:pPr/>
              <a:t>‹N°›</a:t>
            </a:fld>
            <a:endParaRPr lang="fr-FR" dirty="0"/>
          </a:p>
        </p:txBody>
      </p:sp>
      <p:sp>
        <p:nvSpPr>
          <p:cNvPr id="7" name="Espace réservé du pied de page 4"/>
          <p:cNvSpPr>
            <a:spLocks noGrp="1"/>
          </p:cNvSpPr>
          <p:nvPr>
            <p:ph type="ftr" sz="quarter" idx="3"/>
          </p:nvPr>
        </p:nvSpPr>
        <p:spPr>
          <a:xfrm>
            <a:off x="457199" y="6488721"/>
            <a:ext cx="2779487" cy="396643"/>
          </a:xfrm>
          <a:prstGeom prst="rect">
            <a:avLst/>
          </a:prstGeom>
        </p:spPr>
        <p:txBody>
          <a:bodyPr anchor="ctr"/>
          <a:lstStyle>
            <a:lvl1pPr>
              <a:defRPr sz="1100">
                <a:solidFill>
                  <a:schemeClr val="bg1"/>
                </a:solidFill>
                <a:latin typeface="+mj-lt"/>
              </a:defRPr>
            </a:lvl1pPr>
          </a:lstStyle>
          <a:p>
            <a:r>
              <a:rPr lang="fr-FR" dirty="0"/>
              <a:t>www.doranco.fr | 01 55 25 28 00</a:t>
            </a:r>
          </a:p>
        </p:txBody>
      </p:sp>
      <p:sp>
        <p:nvSpPr>
          <p:cNvPr id="11" name="Espace réservé du titre 1">
            <a:extLst>
              <a:ext uri="{FF2B5EF4-FFF2-40B4-BE49-F238E27FC236}">
                <a16:creationId xmlns:a16="http://schemas.microsoft.com/office/drawing/2014/main" id="{20BB94A3-88DF-77AF-551F-EFC6F75C63C1}"/>
              </a:ext>
            </a:extLst>
          </p:cNvPr>
          <p:cNvSpPr txBox="1">
            <a:spLocks/>
          </p:cNvSpPr>
          <p:nvPr userDrawn="1"/>
        </p:nvSpPr>
        <p:spPr>
          <a:xfrm rot="16200000">
            <a:off x="-941107" y="3060149"/>
            <a:ext cx="3429002" cy="471538"/>
          </a:xfrm>
          <a:prstGeom prst="rect">
            <a:avLst/>
          </a:prstGeom>
          <a:ln>
            <a:noFill/>
          </a:ln>
        </p:spPr>
        <p:txBody>
          <a:bodyPr vert="horz" lIns="91440" tIns="45720" rIns="91440" bIns="45720" rtlCol="0" anchor="ctr">
            <a:noAutofit/>
          </a:bodyPr>
          <a:lst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a:lstStyle>
          <a:p>
            <a:pPr algn="ctr"/>
            <a:r>
              <a:rPr lang="fr-FR" dirty="0">
                <a:solidFill>
                  <a:schemeClr val="bg1"/>
                </a:solidFill>
                <a:latin typeface="+mj-lt"/>
              </a:rPr>
              <a:t>RÉFÉRENCES</a:t>
            </a:r>
            <a:endParaRPr lang="fr-FR" sz="3000" dirty="0">
              <a:solidFill>
                <a:schemeClr val="bg1"/>
              </a:solidFill>
              <a:latin typeface="+mj-lt"/>
            </a:endParaRPr>
          </a:p>
        </p:txBody>
      </p:sp>
      <p:sp>
        <p:nvSpPr>
          <p:cNvPr id="9" name="Espace réservé du texte 8">
            <a:extLst>
              <a:ext uri="{FF2B5EF4-FFF2-40B4-BE49-F238E27FC236}">
                <a16:creationId xmlns:a16="http://schemas.microsoft.com/office/drawing/2014/main" id="{CD483505-3A12-715A-2DD8-9B515E723743}"/>
              </a:ext>
            </a:extLst>
          </p:cNvPr>
          <p:cNvSpPr>
            <a:spLocks noGrp="1"/>
          </p:cNvSpPr>
          <p:nvPr>
            <p:ph type="body" sz="quarter" idx="10" hasCustomPrompt="1"/>
          </p:nvPr>
        </p:nvSpPr>
        <p:spPr>
          <a:xfrm>
            <a:off x="1736725" y="184150"/>
            <a:ext cx="7180263" cy="6099175"/>
          </a:xfrm>
          <a:prstGeom prst="rect">
            <a:avLst/>
          </a:prstGeom>
        </p:spPr>
        <p:txBody>
          <a:bodyPr/>
          <a:lstStyle>
            <a:lvl1pPr>
              <a:defRPr sz="1100">
                <a:latin typeface="+mj-lt"/>
              </a:defRPr>
            </a:lvl1pPr>
          </a:lstStyle>
          <a:p>
            <a:pPr marL="0" indent="0" algn="l">
              <a:lnSpc>
                <a:spcPct val="100000"/>
              </a:lnSpc>
              <a:buFont typeface="Arial" panose="020B0604020202020204" pitchFamily="34" charset="0"/>
              <a:buNone/>
            </a:pPr>
            <a:r>
              <a:rPr lang="fr-FR" sz="1100" i="1" dirty="0">
                <a:solidFill>
                  <a:srgbClr val="101024"/>
                </a:solidFill>
                <a:latin typeface="+mj-lt"/>
              </a:rPr>
              <a:t>Intitulé</a:t>
            </a:r>
            <a:r>
              <a:rPr lang="fr-FR" sz="1100" i="1" baseline="0" dirty="0">
                <a:solidFill>
                  <a:srgbClr val="101024"/>
                </a:solidFill>
                <a:latin typeface="+mj-lt"/>
              </a:rPr>
              <a:t> de la référence</a:t>
            </a:r>
            <a:br>
              <a:rPr lang="fr-FR" sz="1100" baseline="0" dirty="0">
                <a:solidFill>
                  <a:srgbClr val="101024"/>
                </a:solidFill>
                <a:latin typeface="+mj-lt"/>
              </a:rPr>
            </a:br>
            <a:r>
              <a:rPr lang="fr-FR" sz="1100" baseline="0" dirty="0">
                <a:solidFill>
                  <a:srgbClr val="101024"/>
                </a:solidFill>
                <a:latin typeface="+mj-lt"/>
              </a:rPr>
              <a:t>Auteur – Détail</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i="1" dirty="0">
                <a:solidFill>
                  <a:srgbClr val="101024"/>
                </a:solidFill>
                <a:latin typeface="+mj-lt"/>
              </a:rPr>
              <a:t>Intitulé</a:t>
            </a:r>
            <a:r>
              <a:rPr lang="fr-FR" sz="1100" i="1" baseline="0" dirty="0">
                <a:solidFill>
                  <a:srgbClr val="101024"/>
                </a:solidFill>
                <a:latin typeface="+mj-lt"/>
              </a:rPr>
              <a:t> de la référence</a:t>
            </a:r>
            <a:br>
              <a:rPr lang="fr-FR" sz="1100" baseline="0" dirty="0">
                <a:solidFill>
                  <a:srgbClr val="101024"/>
                </a:solidFill>
                <a:latin typeface="+mj-lt"/>
              </a:rPr>
            </a:br>
            <a:r>
              <a:rPr lang="fr-FR" sz="1100" baseline="0" dirty="0">
                <a:solidFill>
                  <a:srgbClr val="101024"/>
                </a:solidFill>
                <a:latin typeface="+mj-lt"/>
              </a:rPr>
              <a:t>Auteur - Détail</a:t>
            </a:r>
            <a:endParaRPr lang="fr-FR" sz="1100" dirty="0">
              <a:solidFill>
                <a:srgbClr val="101024"/>
              </a:solidFill>
              <a:latin typeface="+mj-lt"/>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fr-FR" sz="1100" i="1" dirty="0">
                <a:solidFill>
                  <a:srgbClr val="101024"/>
                </a:solidFill>
                <a:latin typeface="+mj-lt"/>
              </a:rPr>
              <a:t>Intitulé</a:t>
            </a:r>
            <a:r>
              <a:rPr lang="fr-FR" sz="1100" i="1" baseline="0" dirty="0">
                <a:solidFill>
                  <a:srgbClr val="101024"/>
                </a:solidFill>
                <a:latin typeface="+mj-lt"/>
              </a:rPr>
              <a:t> de la référence</a:t>
            </a:r>
            <a:br>
              <a:rPr lang="fr-FR" sz="1100" baseline="0" dirty="0">
                <a:solidFill>
                  <a:srgbClr val="101024"/>
                </a:solidFill>
                <a:latin typeface="+mj-lt"/>
              </a:rPr>
            </a:br>
            <a:r>
              <a:rPr lang="fr-FR" sz="1100" baseline="0" dirty="0">
                <a:solidFill>
                  <a:srgbClr val="101024"/>
                </a:solidFill>
                <a:latin typeface="+mj-lt"/>
              </a:rPr>
              <a:t>Auteur - Détail</a:t>
            </a:r>
            <a:endParaRPr lang="fr-FR" sz="1100" dirty="0">
              <a:solidFill>
                <a:srgbClr val="101024"/>
              </a:solidFill>
              <a:latin typeface="+mj-lt"/>
            </a:endParaRPr>
          </a:p>
          <a:p>
            <a:pPr lvl="0"/>
            <a:endParaRPr lang="fr-FR" dirty="0"/>
          </a:p>
        </p:txBody>
      </p:sp>
    </p:spTree>
    <p:extLst>
      <p:ext uri="{BB962C8B-B14F-4D97-AF65-F5344CB8AC3E}">
        <p14:creationId xmlns:p14="http://schemas.microsoft.com/office/powerpoint/2010/main" val="257197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2776873"/>
      </p:ext>
    </p:extLst>
  </p:cSld>
  <p:clrMap bg1="lt1" tx1="dk1" bg2="lt2" tx2="dk2" accent1="accent1" accent2="accent2" accent3="accent3" accent4="accent4" accent5="accent5" accent6="accent6" hlink="hlink" folHlink="folHlink"/>
  <p:sldLayoutIdLst>
    <p:sldLayoutId id="2147483685" r:id="rId1"/>
    <p:sldLayoutId id="2147483755" r:id="rId2"/>
    <p:sldLayoutId id="2147483730" r:id="rId3"/>
    <p:sldLayoutId id="2147483736" r:id="rId4"/>
    <p:sldLayoutId id="2147483737" r:id="rId5"/>
    <p:sldLayoutId id="2147483687" r:id="rId6"/>
    <p:sldLayoutId id="2147483738" r:id="rId7"/>
    <p:sldLayoutId id="2147483718" r:id="rId8"/>
    <p:sldLayoutId id="2147483713" r:id="rId9"/>
    <p:sldLayoutId id="2147483749" r:id="rId10"/>
    <p:sldLayoutId id="2147483750" r:id="rId11"/>
    <p:sldLayoutId id="2147483690" r:id="rId12"/>
    <p:sldLayoutId id="2147483728" r:id="rId13"/>
    <p:sldLayoutId id="2147483691" r:id="rId14"/>
    <p:sldLayoutId id="2147483723" r:id="rId15"/>
    <p:sldLayoutId id="2147483727" r:id="rId16"/>
    <p:sldLayoutId id="2147483726" r:id="rId17"/>
    <p:sldLayoutId id="2147483742" r:id="rId18"/>
    <p:sldLayoutId id="2147483715" r:id="rId19"/>
    <p:sldLayoutId id="2147483751" r:id="rId20"/>
    <p:sldLayoutId id="2147483752" r:id="rId21"/>
    <p:sldLayoutId id="2147483753" r:id="rId22"/>
    <p:sldLayoutId id="2147483719" r:id="rId23"/>
    <p:sldLayoutId id="2147483754" r:id="rId24"/>
    <p:sldLayoutId id="2147483732" r:id="rId25"/>
    <p:sldLayoutId id="2147483721" r:id="rId26"/>
    <p:sldLayoutId id="2147483722" r:id="rId27"/>
    <p:sldLayoutId id="2147483735" r:id="rId28"/>
    <p:sldLayoutId id="2147483744" r:id="rId29"/>
    <p:sldLayoutId id="2147483686" r:id="rId30"/>
    <p:sldLayoutId id="2147483746" r:id="rId31"/>
  </p:sldLayoutIdLst>
  <p:txStyles>
    <p:titleStyle>
      <a:lvl1pPr algn="r" defTabSz="914400" rtl="0" eaLnBrk="1" latinLnBrk="0" hangingPunct="1">
        <a:lnSpc>
          <a:spcPct val="90000"/>
        </a:lnSpc>
        <a:spcBef>
          <a:spcPct val="0"/>
        </a:spcBef>
        <a:buNone/>
        <a:defRPr sz="3000" b="1" kern="1200" spc="-150" baseline="0">
          <a:solidFill>
            <a:srgbClr val="800000"/>
          </a:solidFill>
          <a:latin typeface="Arial Narrow" panose="020B060602020203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Franklin Gothic Book" panose="020B0503020102020204" pitchFamily="34" charset="0"/>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Franklin Gothic Book" panose="020B0503020102020204" pitchFamily="34" charset="0"/>
          <a:ea typeface="+mn-ea"/>
          <a:cs typeface="+mn-cs"/>
        </a:defRPr>
      </a:lvl2pPr>
      <a:lvl3pPr marL="914400" indent="0" algn="l" defTabSz="914400" rtl="0" eaLnBrk="1" latinLnBrk="0" hangingPunct="1">
        <a:lnSpc>
          <a:spcPct val="90000"/>
        </a:lnSpc>
        <a:spcBef>
          <a:spcPts val="500"/>
        </a:spcBef>
        <a:buFont typeface="+mj-lt"/>
        <a:buNone/>
        <a:defRPr sz="1200" kern="1200">
          <a:solidFill>
            <a:schemeClr val="tx1"/>
          </a:solidFill>
          <a:latin typeface="Franklin Gothic Book" panose="020B05030201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BB58B-A670-E673-161C-03DC7A48CE5B}"/>
              </a:ext>
            </a:extLst>
          </p:cNvPr>
          <p:cNvSpPr>
            <a:spLocks noGrp="1"/>
          </p:cNvSpPr>
          <p:nvPr>
            <p:ph type="title"/>
          </p:nvPr>
        </p:nvSpPr>
        <p:spPr/>
        <p:txBody>
          <a:bodyPr/>
          <a:lstStyle/>
          <a:p>
            <a:r>
              <a:rPr lang="fr-FR" sz="3000" dirty="0"/>
              <a:t>CEJM</a:t>
            </a:r>
          </a:p>
        </p:txBody>
      </p:sp>
      <p:sp>
        <p:nvSpPr>
          <p:cNvPr id="3" name="Espace réservé du texte 2">
            <a:extLst>
              <a:ext uri="{FF2B5EF4-FFF2-40B4-BE49-F238E27FC236}">
                <a16:creationId xmlns:a16="http://schemas.microsoft.com/office/drawing/2014/main" id="{359471B3-F25F-B85F-4A13-B6E62C13C8E7}"/>
              </a:ext>
            </a:extLst>
          </p:cNvPr>
          <p:cNvSpPr>
            <a:spLocks noGrp="1"/>
          </p:cNvSpPr>
          <p:nvPr>
            <p:ph type="body" sz="quarter" idx="10"/>
          </p:nvPr>
        </p:nvSpPr>
        <p:spPr>
          <a:xfrm>
            <a:off x="5006304" y="5200345"/>
            <a:ext cx="4145971" cy="353956"/>
          </a:xfrm>
        </p:spPr>
        <p:txBody>
          <a:bodyPr/>
          <a:lstStyle/>
          <a:p>
            <a:r>
              <a:rPr lang="fr-FR" sz="2500" dirty="0"/>
              <a:t>VANESSA BERTHET</a:t>
            </a:r>
          </a:p>
        </p:txBody>
      </p:sp>
      <p:sp>
        <p:nvSpPr>
          <p:cNvPr id="4" name="Espace réservé du texte 3">
            <a:extLst>
              <a:ext uri="{FF2B5EF4-FFF2-40B4-BE49-F238E27FC236}">
                <a16:creationId xmlns:a16="http://schemas.microsoft.com/office/drawing/2014/main" id="{F1D0D462-B62E-D553-3FB9-10D3774B081D}"/>
              </a:ext>
            </a:extLst>
          </p:cNvPr>
          <p:cNvSpPr>
            <a:spLocks noGrp="1"/>
          </p:cNvSpPr>
          <p:nvPr>
            <p:ph type="body" sz="quarter" idx="12"/>
          </p:nvPr>
        </p:nvSpPr>
        <p:spPr/>
        <p:txBody>
          <a:bodyPr/>
          <a:lstStyle/>
          <a:p>
            <a:r>
              <a:rPr lang="fr-FR" dirty="0"/>
              <a:t>FORMATRICE </a:t>
            </a:r>
          </a:p>
        </p:txBody>
      </p:sp>
      <p:pic>
        <p:nvPicPr>
          <p:cNvPr id="6" name="Image 5">
            <a:extLst>
              <a:ext uri="{FF2B5EF4-FFF2-40B4-BE49-F238E27FC236}">
                <a16:creationId xmlns:a16="http://schemas.microsoft.com/office/drawing/2014/main" id="{9035E5DA-21CA-9C18-626C-8F35A61F468E}"/>
              </a:ext>
            </a:extLst>
          </p:cNvPr>
          <p:cNvPicPr>
            <a:picLocks noChangeAspect="1"/>
          </p:cNvPicPr>
          <p:nvPr/>
        </p:nvPicPr>
        <p:blipFill>
          <a:blip r:embed="rId2"/>
          <a:stretch>
            <a:fillRect/>
          </a:stretch>
        </p:blipFill>
        <p:spPr>
          <a:xfrm>
            <a:off x="644395" y="344228"/>
            <a:ext cx="3751041" cy="1661854"/>
          </a:xfrm>
          <a:prstGeom prst="rect">
            <a:avLst/>
          </a:prstGeom>
        </p:spPr>
      </p:pic>
    </p:spTree>
    <p:extLst>
      <p:ext uri="{BB962C8B-B14F-4D97-AF65-F5344CB8AC3E}">
        <p14:creationId xmlns:p14="http://schemas.microsoft.com/office/powerpoint/2010/main" val="499355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Espace réservé de la date 3"/>
          <p:cNvSpPr txBox="1">
            <a:spLocks/>
          </p:cNvSpPr>
          <p:nvPr/>
        </p:nvSpPr>
        <p:spPr>
          <a:xfrm>
            <a:off x="6642589" y="6488723"/>
            <a:ext cx="2057400" cy="369278"/>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4F284EE-E712-4408-A2B0-3F60E944B3CA}" type="datetimeFigureOut">
              <a:rPr lang="fr-FR" smtClean="0">
                <a:solidFill>
                  <a:schemeClr val="bg1"/>
                </a:solidFill>
              </a:rPr>
              <a:pPr/>
              <a:t>02/09/2026</a:t>
            </a:fld>
            <a:endParaRPr lang="fr-FR" dirty="0">
              <a:solidFill>
                <a:schemeClr val="bg1"/>
              </a:solidFill>
            </a:endParaRPr>
          </a:p>
        </p:txBody>
      </p:sp>
      <p:sp>
        <p:nvSpPr>
          <p:cNvPr id="19" name="Espace réservé du pied de page 4"/>
          <p:cNvSpPr txBox="1">
            <a:spLocks/>
          </p:cNvSpPr>
          <p:nvPr/>
        </p:nvSpPr>
        <p:spPr>
          <a:xfrm>
            <a:off x="457199" y="6488721"/>
            <a:ext cx="2791098" cy="396643"/>
          </a:xfrm>
          <a:prstGeom prst="rect">
            <a:avLst/>
          </a:prstGeom>
        </p:spPr>
        <p:txBody>
          <a:bodyPr anchor="ctr"/>
          <a:lstStyle>
            <a:defPPr>
              <a:defRPr lang="en-US"/>
            </a:defPPr>
            <a:lvl1pPr marL="0" algn="l"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dirty="0">
                <a:solidFill>
                  <a:schemeClr val="bg1"/>
                </a:solidFill>
              </a:rPr>
              <a:t>www.doranco.fr | 01 55 25 28 00</a:t>
            </a:r>
          </a:p>
        </p:txBody>
      </p:sp>
      <p:sp>
        <p:nvSpPr>
          <p:cNvPr id="32" name="Espace réservé du numéro de diapositive 5"/>
          <p:cNvSpPr txBox="1">
            <a:spLocks/>
          </p:cNvSpPr>
          <p:nvPr/>
        </p:nvSpPr>
        <p:spPr>
          <a:xfrm>
            <a:off x="3543300" y="6491212"/>
            <a:ext cx="2057400" cy="365125"/>
          </a:xfrm>
          <a:prstGeom prst="rect">
            <a:avLst/>
          </a:prstGeom>
        </p:spPr>
        <p:txBody>
          <a:bodyPr vert="horz" lIns="91440" tIns="45720" rIns="91440" bIns="45720" rtlCol="0" anchor="ctr"/>
          <a:lstStyle>
            <a:defPPr>
              <a:defRPr lang="en-US"/>
            </a:defPPr>
            <a:lvl1pPr marL="0" algn="ct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7C4DFEA-AAE8-4403-B42D-53C3950B26E2}" type="slidenum">
              <a:rPr lang="fr-FR" smtClean="0">
                <a:solidFill>
                  <a:schemeClr val="bg1"/>
                </a:solidFill>
              </a:rPr>
              <a:pPr/>
              <a:t>2</a:t>
            </a:fld>
            <a:endParaRPr lang="fr-FR" dirty="0">
              <a:solidFill>
                <a:schemeClr val="bg1"/>
              </a:solidFill>
            </a:endParaRPr>
          </a:p>
        </p:txBody>
      </p:sp>
      <p:sp>
        <p:nvSpPr>
          <p:cNvPr id="5" name="Espace réservé du texte 4">
            <a:extLst>
              <a:ext uri="{FF2B5EF4-FFF2-40B4-BE49-F238E27FC236}">
                <a16:creationId xmlns:a16="http://schemas.microsoft.com/office/drawing/2014/main" id="{6CD1D6D8-8847-C577-FF2F-2574E1DE7560}"/>
              </a:ext>
            </a:extLst>
          </p:cNvPr>
          <p:cNvSpPr>
            <a:spLocks noGrp="1"/>
          </p:cNvSpPr>
          <p:nvPr>
            <p:ph type="body" sz="quarter" idx="10"/>
          </p:nvPr>
        </p:nvSpPr>
        <p:spPr>
          <a:xfrm>
            <a:off x="325721" y="1838324"/>
            <a:ext cx="3909676" cy="1694229"/>
          </a:xfrm>
        </p:spPr>
        <p:txBody>
          <a:bodyPr/>
          <a:lstStyle/>
          <a:p>
            <a:r>
              <a:rPr lang="fr-FR" sz="1800" dirty="0"/>
              <a:t>ACQUERIR LES BASES DE LA</a:t>
            </a:r>
          </a:p>
          <a:p>
            <a:r>
              <a:rPr lang="fr-FR" sz="1800" dirty="0"/>
              <a:t>CULTURE ECONOMIQUE</a:t>
            </a:r>
          </a:p>
          <a:p>
            <a:r>
              <a:rPr lang="fr-FR" sz="1800" dirty="0"/>
              <a:t>JURIDIQUE</a:t>
            </a:r>
          </a:p>
          <a:p>
            <a:r>
              <a:rPr lang="fr-FR" sz="1800" dirty="0"/>
              <a:t>ET MANAGERIALE</a:t>
            </a:r>
          </a:p>
        </p:txBody>
      </p:sp>
      <p:sp>
        <p:nvSpPr>
          <p:cNvPr id="6" name="Espace réservé du texte 5">
            <a:extLst>
              <a:ext uri="{FF2B5EF4-FFF2-40B4-BE49-F238E27FC236}">
                <a16:creationId xmlns:a16="http://schemas.microsoft.com/office/drawing/2014/main" id="{B251989C-3370-8BAB-8427-D2F13F10EAF3}"/>
              </a:ext>
            </a:extLst>
          </p:cNvPr>
          <p:cNvSpPr>
            <a:spLocks noGrp="1"/>
          </p:cNvSpPr>
          <p:nvPr>
            <p:ph type="body" sz="quarter" idx="12"/>
          </p:nvPr>
        </p:nvSpPr>
        <p:spPr>
          <a:xfrm>
            <a:off x="4898417" y="3228962"/>
            <a:ext cx="3742244" cy="2976453"/>
          </a:xfrm>
        </p:spPr>
        <p:txBody>
          <a:bodyPr/>
          <a:lstStyle/>
          <a:p>
            <a:pPr algn="l"/>
            <a:r>
              <a:rPr lang="fr-FR" sz="2000" dirty="0">
                <a:solidFill>
                  <a:schemeClr val="bg1"/>
                </a:solidFill>
                <a:latin typeface="Arial" panose="020B0604020202020204" pitchFamily="34" charset="0"/>
              </a:rPr>
              <a:t>Appréhender l environnement</a:t>
            </a:r>
          </a:p>
          <a:p>
            <a:pPr algn="l"/>
            <a:r>
              <a:rPr lang="fr-FR" sz="2000" dirty="0">
                <a:solidFill>
                  <a:schemeClr val="bg1"/>
                </a:solidFill>
                <a:latin typeface="Arial" panose="020B0604020202020204" pitchFamily="34" charset="0"/>
              </a:rPr>
              <a:t>des entreprises en France</a:t>
            </a:r>
            <a:endParaRPr lang="fr-FR" sz="2000" dirty="0">
              <a:solidFill>
                <a:schemeClr val="bg1"/>
              </a:solidFill>
            </a:endParaRPr>
          </a:p>
          <a:p>
            <a:endParaRPr lang="fr-FR" dirty="0">
              <a:solidFill>
                <a:schemeClr val="bg1"/>
              </a:solidFill>
            </a:endParaRPr>
          </a:p>
        </p:txBody>
      </p:sp>
      <p:sp>
        <p:nvSpPr>
          <p:cNvPr id="7" name="Espace réservé du texte 6">
            <a:extLst>
              <a:ext uri="{FF2B5EF4-FFF2-40B4-BE49-F238E27FC236}">
                <a16:creationId xmlns:a16="http://schemas.microsoft.com/office/drawing/2014/main" id="{8A74CB0E-7D99-D1D2-E8EB-4C1DBD7DA2B2}"/>
              </a:ext>
            </a:extLst>
          </p:cNvPr>
          <p:cNvSpPr>
            <a:spLocks noGrp="1"/>
          </p:cNvSpPr>
          <p:nvPr>
            <p:ph type="body" sz="quarter" idx="13"/>
          </p:nvPr>
        </p:nvSpPr>
        <p:spPr>
          <a:xfrm>
            <a:off x="325721" y="3734508"/>
            <a:ext cx="3586162" cy="2549767"/>
          </a:xfrm>
        </p:spPr>
        <p:txBody>
          <a:bodyPr/>
          <a:lstStyle/>
          <a:p>
            <a:pPr algn="l"/>
            <a:r>
              <a:rPr lang="fr-FR" sz="1800" b="0" i="0" u="none" strike="noStrike" baseline="0" dirty="0">
                <a:latin typeface="Arial" panose="020B0604020202020204" pitchFamily="34" charset="0"/>
              </a:rPr>
              <a:t>THEME 1  Intégration de l entreprise dans son environnement</a:t>
            </a:r>
          </a:p>
          <a:p>
            <a:pPr algn="l"/>
            <a:r>
              <a:rPr lang="fr-FR" sz="1800" dirty="0">
                <a:latin typeface="Arial" panose="020B0604020202020204" pitchFamily="34" charset="0"/>
              </a:rPr>
              <a:t>THEME 2  Régulation de l activité économique</a:t>
            </a:r>
          </a:p>
          <a:p>
            <a:pPr algn="l"/>
            <a:r>
              <a:rPr lang="fr-FR" sz="1800" b="0" i="0" u="none" strike="noStrike" baseline="0" dirty="0">
                <a:latin typeface="Arial" panose="020B0604020202020204" pitchFamily="34" charset="0"/>
              </a:rPr>
              <a:t>THEME 3  Organisation de l activité de l entreprise</a:t>
            </a:r>
          </a:p>
        </p:txBody>
      </p:sp>
    </p:spTree>
    <p:extLst>
      <p:ext uri="{BB962C8B-B14F-4D97-AF65-F5344CB8AC3E}">
        <p14:creationId xmlns:p14="http://schemas.microsoft.com/office/powerpoint/2010/main" val="1021775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e la date 3"/>
          <p:cNvSpPr txBox="1">
            <a:spLocks/>
          </p:cNvSpPr>
          <p:nvPr/>
        </p:nvSpPr>
        <p:spPr>
          <a:xfrm>
            <a:off x="6642589" y="6488723"/>
            <a:ext cx="2057400" cy="369278"/>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4F284EE-E712-4408-A2B0-3F60E944B3CA}" type="datetimeFigureOut">
              <a:rPr lang="fr-FR" smtClean="0">
                <a:solidFill>
                  <a:schemeClr val="bg1"/>
                </a:solidFill>
              </a:rPr>
              <a:pPr/>
              <a:t>02/09/2026</a:t>
            </a:fld>
            <a:endParaRPr lang="fr-FR" dirty="0">
              <a:solidFill>
                <a:schemeClr val="bg1"/>
              </a:solidFill>
            </a:endParaRPr>
          </a:p>
        </p:txBody>
      </p:sp>
      <p:sp>
        <p:nvSpPr>
          <p:cNvPr id="9" name="Espace réservé du pied de page 4"/>
          <p:cNvSpPr txBox="1">
            <a:spLocks/>
          </p:cNvSpPr>
          <p:nvPr/>
        </p:nvSpPr>
        <p:spPr>
          <a:xfrm>
            <a:off x="457199" y="6488721"/>
            <a:ext cx="2779487" cy="396643"/>
          </a:xfrm>
          <a:prstGeom prst="rect">
            <a:avLst/>
          </a:prstGeom>
        </p:spPr>
        <p:txBody>
          <a:bodyPr anchor="ctr"/>
          <a:lstStyle>
            <a:defPPr>
              <a:defRPr lang="en-US"/>
            </a:defPPr>
            <a:lvl1pPr marL="0" algn="l"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dirty="0">
                <a:solidFill>
                  <a:schemeClr val="bg1"/>
                </a:solidFill>
              </a:rPr>
              <a:t>www.doranco.fr | 01 55 25 28 00</a:t>
            </a:r>
          </a:p>
        </p:txBody>
      </p:sp>
      <p:sp>
        <p:nvSpPr>
          <p:cNvPr id="29" name="Espace réservé du numéro de diapositive 5"/>
          <p:cNvSpPr txBox="1">
            <a:spLocks/>
          </p:cNvSpPr>
          <p:nvPr/>
        </p:nvSpPr>
        <p:spPr>
          <a:xfrm>
            <a:off x="3543300" y="6491212"/>
            <a:ext cx="2057400" cy="365125"/>
          </a:xfrm>
          <a:prstGeom prst="rect">
            <a:avLst/>
          </a:prstGeom>
        </p:spPr>
        <p:txBody>
          <a:bodyPr vert="horz" lIns="91440" tIns="45720" rIns="91440" bIns="45720" rtlCol="0" anchor="ctr"/>
          <a:lstStyle>
            <a:defPPr>
              <a:defRPr lang="en-US"/>
            </a:defPPr>
            <a:lvl1pPr marL="0" algn="ct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7C4DFEA-AAE8-4403-B42D-53C3950B26E2}" type="slidenum">
              <a:rPr lang="fr-FR" smtClean="0">
                <a:solidFill>
                  <a:schemeClr val="bg1"/>
                </a:solidFill>
              </a:rPr>
              <a:pPr/>
              <a:t>3</a:t>
            </a:fld>
            <a:endParaRPr lang="fr-FR" dirty="0">
              <a:solidFill>
                <a:schemeClr val="bg1"/>
              </a:solidFill>
            </a:endParaRPr>
          </a:p>
        </p:txBody>
      </p:sp>
      <p:sp>
        <p:nvSpPr>
          <p:cNvPr id="6" name="Espace réservé du texte 5">
            <a:extLst>
              <a:ext uri="{FF2B5EF4-FFF2-40B4-BE49-F238E27FC236}">
                <a16:creationId xmlns:a16="http://schemas.microsoft.com/office/drawing/2014/main" id="{0949B71B-813C-FFB3-14A8-374C77189D42}"/>
              </a:ext>
            </a:extLst>
          </p:cNvPr>
          <p:cNvSpPr>
            <a:spLocks noGrp="1"/>
          </p:cNvSpPr>
          <p:nvPr>
            <p:ph type="body" sz="quarter" idx="11"/>
          </p:nvPr>
        </p:nvSpPr>
        <p:spPr>
          <a:xfrm>
            <a:off x="4541043" y="3201598"/>
            <a:ext cx="4291013" cy="296208"/>
          </a:xfrm>
        </p:spPr>
        <p:txBody>
          <a:bodyPr/>
          <a:lstStyle/>
          <a:p>
            <a:r>
              <a:rPr lang="fr-FR" dirty="0"/>
              <a:t>Contrats</a:t>
            </a:r>
          </a:p>
        </p:txBody>
      </p:sp>
      <p:sp>
        <p:nvSpPr>
          <p:cNvPr id="7" name="Espace réservé du texte 6">
            <a:extLst>
              <a:ext uri="{FF2B5EF4-FFF2-40B4-BE49-F238E27FC236}">
                <a16:creationId xmlns:a16="http://schemas.microsoft.com/office/drawing/2014/main" id="{0F6822FF-BEFC-AAD9-346E-6AEAD95CE023}"/>
              </a:ext>
            </a:extLst>
          </p:cNvPr>
          <p:cNvSpPr>
            <a:spLocks noGrp="1"/>
          </p:cNvSpPr>
          <p:nvPr>
            <p:ph type="body" sz="quarter" idx="12"/>
          </p:nvPr>
        </p:nvSpPr>
        <p:spPr>
          <a:xfrm>
            <a:off x="4572000" y="3906714"/>
            <a:ext cx="4291013" cy="296208"/>
          </a:xfrm>
        </p:spPr>
        <p:txBody>
          <a:bodyPr/>
          <a:lstStyle/>
          <a:p>
            <a:r>
              <a:rPr lang="fr-FR" dirty="0"/>
              <a:t>Finalités de l’entreprise</a:t>
            </a:r>
          </a:p>
        </p:txBody>
      </p:sp>
      <p:sp>
        <p:nvSpPr>
          <p:cNvPr id="10" name="Espace réservé du texte 9">
            <a:extLst>
              <a:ext uri="{FF2B5EF4-FFF2-40B4-BE49-F238E27FC236}">
                <a16:creationId xmlns:a16="http://schemas.microsoft.com/office/drawing/2014/main" id="{8EC64E3A-6AD6-C5CA-02E7-28E3982D5514}"/>
              </a:ext>
            </a:extLst>
          </p:cNvPr>
          <p:cNvSpPr>
            <a:spLocks noGrp="1"/>
          </p:cNvSpPr>
          <p:nvPr>
            <p:ph type="body" sz="quarter" idx="13"/>
          </p:nvPr>
        </p:nvSpPr>
        <p:spPr>
          <a:xfrm>
            <a:off x="4497082" y="2300826"/>
            <a:ext cx="4291013" cy="677644"/>
          </a:xfrm>
        </p:spPr>
        <p:txBody>
          <a:bodyPr/>
          <a:lstStyle/>
          <a:p>
            <a:r>
              <a:rPr lang="fr-FR" dirty="0"/>
              <a:t>Fonctionnement des marchés</a:t>
            </a:r>
          </a:p>
        </p:txBody>
      </p:sp>
      <p:sp>
        <p:nvSpPr>
          <p:cNvPr id="11" name="Espace réservé du texte 10">
            <a:extLst>
              <a:ext uri="{FF2B5EF4-FFF2-40B4-BE49-F238E27FC236}">
                <a16:creationId xmlns:a16="http://schemas.microsoft.com/office/drawing/2014/main" id="{FF81B172-95EC-CEFD-63E0-37991DF4B014}"/>
              </a:ext>
            </a:extLst>
          </p:cNvPr>
          <p:cNvSpPr>
            <a:spLocks noGrp="1"/>
          </p:cNvSpPr>
          <p:nvPr>
            <p:ph type="body" sz="quarter" idx="14"/>
          </p:nvPr>
        </p:nvSpPr>
        <p:spPr>
          <a:xfrm>
            <a:off x="4541041" y="4320324"/>
            <a:ext cx="4291013" cy="296208"/>
          </a:xfrm>
        </p:spPr>
        <p:txBody>
          <a:bodyPr/>
          <a:lstStyle/>
          <a:p>
            <a:r>
              <a:rPr lang="fr-FR" dirty="0"/>
              <a:t>Démarche entrepreneuriale</a:t>
            </a:r>
          </a:p>
        </p:txBody>
      </p:sp>
      <p:sp>
        <p:nvSpPr>
          <p:cNvPr id="13" name="Espace réservé du texte 12">
            <a:extLst>
              <a:ext uri="{FF2B5EF4-FFF2-40B4-BE49-F238E27FC236}">
                <a16:creationId xmlns:a16="http://schemas.microsoft.com/office/drawing/2014/main" id="{B423DA67-062B-7F62-BE90-37A04791DC57}"/>
              </a:ext>
            </a:extLst>
          </p:cNvPr>
          <p:cNvSpPr>
            <a:spLocks noGrp="1"/>
          </p:cNvSpPr>
          <p:nvPr>
            <p:ph type="body" sz="quarter" idx="16"/>
          </p:nvPr>
        </p:nvSpPr>
        <p:spPr>
          <a:xfrm>
            <a:off x="4541042" y="1829042"/>
            <a:ext cx="4291013" cy="296208"/>
          </a:xfrm>
        </p:spPr>
        <p:txBody>
          <a:bodyPr/>
          <a:lstStyle/>
          <a:p>
            <a:r>
              <a:rPr lang="fr-FR" dirty="0"/>
              <a:t>Agents économiques</a:t>
            </a:r>
          </a:p>
        </p:txBody>
      </p:sp>
      <p:sp>
        <p:nvSpPr>
          <p:cNvPr id="3" name="Espace réservé du texte 2">
            <a:extLst>
              <a:ext uri="{FF2B5EF4-FFF2-40B4-BE49-F238E27FC236}">
                <a16:creationId xmlns:a16="http://schemas.microsoft.com/office/drawing/2014/main" id="{8F778071-A6A7-94E8-2C97-CEA6EAF9097B}"/>
              </a:ext>
            </a:extLst>
          </p:cNvPr>
          <p:cNvSpPr>
            <a:spLocks noGrp="1"/>
          </p:cNvSpPr>
          <p:nvPr>
            <p:ph type="body" sz="quarter" idx="10"/>
          </p:nvPr>
        </p:nvSpPr>
        <p:spPr/>
        <p:txBody>
          <a:bodyPr/>
          <a:lstStyle/>
          <a:p>
            <a:r>
              <a:rPr lang="fr-FR" dirty="0">
                <a:solidFill>
                  <a:srgbClr val="FF0000"/>
                </a:solidFill>
              </a:rPr>
              <a:t>THEME 1 Activité de l’entreprise</a:t>
            </a:r>
          </a:p>
        </p:txBody>
      </p:sp>
    </p:spTree>
    <p:extLst>
      <p:ext uri="{BB962C8B-B14F-4D97-AF65-F5344CB8AC3E}">
        <p14:creationId xmlns:p14="http://schemas.microsoft.com/office/powerpoint/2010/main" val="2301138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e la date 3"/>
          <p:cNvSpPr txBox="1">
            <a:spLocks/>
          </p:cNvSpPr>
          <p:nvPr/>
        </p:nvSpPr>
        <p:spPr>
          <a:xfrm>
            <a:off x="6642589" y="6488723"/>
            <a:ext cx="2057400" cy="369278"/>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4F284EE-E712-4408-A2B0-3F60E944B3CA}" type="datetimeFigureOut">
              <a:rPr lang="fr-FR" smtClean="0">
                <a:solidFill>
                  <a:schemeClr val="bg1"/>
                </a:solidFill>
              </a:rPr>
              <a:pPr/>
              <a:t>02/09/2026</a:t>
            </a:fld>
            <a:endParaRPr lang="fr-FR" dirty="0">
              <a:solidFill>
                <a:schemeClr val="bg1"/>
              </a:solidFill>
            </a:endParaRPr>
          </a:p>
        </p:txBody>
      </p:sp>
      <p:sp>
        <p:nvSpPr>
          <p:cNvPr id="9" name="Espace réservé du pied de page 4"/>
          <p:cNvSpPr txBox="1">
            <a:spLocks/>
          </p:cNvSpPr>
          <p:nvPr/>
        </p:nvSpPr>
        <p:spPr>
          <a:xfrm>
            <a:off x="457199" y="6488721"/>
            <a:ext cx="2779487" cy="396643"/>
          </a:xfrm>
          <a:prstGeom prst="rect">
            <a:avLst/>
          </a:prstGeom>
        </p:spPr>
        <p:txBody>
          <a:bodyPr anchor="ctr"/>
          <a:lstStyle>
            <a:defPPr>
              <a:defRPr lang="en-US"/>
            </a:defPPr>
            <a:lvl1pPr marL="0" algn="l"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dirty="0">
                <a:solidFill>
                  <a:schemeClr val="bg1"/>
                </a:solidFill>
              </a:rPr>
              <a:t>www.doranco.fr | 01 55 25 28 00</a:t>
            </a:r>
          </a:p>
        </p:txBody>
      </p:sp>
      <p:sp>
        <p:nvSpPr>
          <p:cNvPr id="29" name="Espace réservé du numéro de diapositive 5"/>
          <p:cNvSpPr txBox="1">
            <a:spLocks/>
          </p:cNvSpPr>
          <p:nvPr/>
        </p:nvSpPr>
        <p:spPr>
          <a:xfrm>
            <a:off x="3543300" y="6491212"/>
            <a:ext cx="2057400" cy="365125"/>
          </a:xfrm>
          <a:prstGeom prst="rect">
            <a:avLst/>
          </a:prstGeom>
        </p:spPr>
        <p:txBody>
          <a:bodyPr vert="horz" lIns="91440" tIns="45720" rIns="91440" bIns="45720" rtlCol="0" anchor="ctr"/>
          <a:lstStyle>
            <a:defPPr>
              <a:defRPr lang="en-US"/>
            </a:defPPr>
            <a:lvl1pPr marL="0" algn="ct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7C4DFEA-AAE8-4403-B42D-53C3950B26E2}" type="slidenum">
              <a:rPr lang="fr-FR" smtClean="0">
                <a:solidFill>
                  <a:schemeClr val="bg1"/>
                </a:solidFill>
              </a:rPr>
              <a:pPr/>
              <a:t>4</a:t>
            </a:fld>
            <a:endParaRPr lang="fr-FR" dirty="0">
              <a:solidFill>
                <a:schemeClr val="bg1"/>
              </a:solidFill>
            </a:endParaRPr>
          </a:p>
        </p:txBody>
      </p:sp>
      <p:sp>
        <p:nvSpPr>
          <p:cNvPr id="6" name="Espace réservé du texte 5">
            <a:extLst>
              <a:ext uri="{FF2B5EF4-FFF2-40B4-BE49-F238E27FC236}">
                <a16:creationId xmlns:a16="http://schemas.microsoft.com/office/drawing/2014/main" id="{0949B71B-813C-FFB3-14A8-374C77189D42}"/>
              </a:ext>
            </a:extLst>
          </p:cNvPr>
          <p:cNvSpPr>
            <a:spLocks noGrp="1"/>
          </p:cNvSpPr>
          <p:nvPr>
            <p:ph type="body" sz="quarter" idx="11"/>
          </p:nvPr>
        </p:nvSpPr>
        <p:spPr>
          <a:xfrm>
            <a:off x="4541043" y="3201598"/>
            <a:ext cx="4291013" cy="296208"/>
          </a:xfrm>
        </p:spPr>
        <p:txBody>
          <a:bodyPr/>
          <a:lstStyle/>
          <a:p>
            <a:r>
              <a:rPr lang="fr-FR" dirty="0"/>
              <a:t>Droit de la concurrence</a:t>
            </a:r>
          </a:p>
        </p:txBody>
      </p:sp>
      <p:sp>
        <p:nvSpPr>
          <p:cNvPr id="7" name="Espace réservé du texte 6">
            <a:extLst>
              <a:ext uri="{FF2B5EF4-FFF2-40B4-BE49-F238E27FC236}">
                <a16:creationId xmlns:a16="http://schemas.microsoft.com/office/drawing/2014/main" id="{0F6822FF-BEFC-AAD9-346E-6AEAD95CE023}"/>
              </a:ext>
            </a:extLst>
          </p:cNvPr>
          <p:cNvSpPr>
            <a:spLocks noGrp="1"/>
          </p:cNvSpPr>
          <p:nvPr>
            <p:ph type="body" sz="quarter" idx="12"/>
          </p:nvPr>
        </p:nvSpPr>
        <p:spPr>
          <a:xfrm>
            <a:off x="4497081" y="3612857"/>
            <a:ext cx="4291013" cy="296208"/>
          </a:xfrm>
        </p:spPr>
        <p:txBody>
          <a:bodyPr/>
          <a:lstStyle/>
          <a:p>
            <a:r>
              <a:rPr lang="fr-FR" dirty="0"/>
              <a:t>Droit de la propriété intellectuelle</a:t>
            </a:r>
          </a:p>
        </p:txBody>
      </p:sp>
      <p:sp>
        <p:nvSpPr>
          <p:cNvPr id="10" name="Espace réservé du texte 9">
            <a:extLst>
              <a:ext uri="{FF2B5EF4-FFF2-40B4-BE49-F238E27FC236}">
                <a16:creationId xmlns:a16="http://schemas.microsoft.com/office/drawing/2014/main" id="{8EC64E3A-6AD6-C5CA-02E7-28E3982D5514}"/>
              </a:ext>
            </a:extLst>
          </p:cNvPr>
          <p:cNvSpPr>
            <a:spLocks noGrp="1"/>
          </p:cNvSpPr>
          <p:nvPr>
            <p:ph type="body" sz="quarter" idx="13"/>
          </p:nvPr>
        </p:nvSpPr>
        <p:spPr>
          <a:xfrm>
            <a:off x="4497082" y="2300826"/>
            <a:ext cx="4291013" cy="677644"/>
          </a:xfrm>
        </p:spPr>
        <p:txBody>
          <a:bodyPr/>
          <a:lstStyle/>
          <a:p>
            <a:r>
              <a:rPr lang="fr-FR" dirty="0"/>
              <a:t>Rôle de l Etat</a:t>
            </a:r>
          </a:p>
        </p:txBody>
      </p:sp>
      <p:sp>
        <p:nvSpPr>
          <p:cNvPr id="11" name="Espace réservé du texte 10">
            <a:extLst>
              <a:ext uri="{FF2B5EF4-FFF2-40B4-BE49-F238E27FC236}">
                <a16:creationId xmlns:a16="http://schemas.microsoft.com/office/drawing/2014/main" id="{FF81B172-95EC-CEFD-63E0-37991DF4B014}"/>
              </a:ext>
            </a:extLst>
          </p:cNvPr>
          <p:cNvSpPr>
            <a:spLocks noGrp="1"/>
          </p:cNvSpPr>
          <p:nvPr>
            <p:ph type="body" sz="quarter" idx="14"/>
          </p:nvPr>
        </p:nvSpPr>
        <p:spPr>
          <a:xfrm>
            <a:off x="4541041" y="4320324"/>
            <a:ext cx="4291013" cy="296208"/>
          </a:xfrm>
        </p:spPr>
        <p:txBody>
          <a:bodyPr/>
          <a:lstStyle/>
          <a:p>
            <a:r>
              <a:rPr lang="fr-FR" dirty="0"/>
              <a:t>Environnement global</a:t>
            </a:r>
          </a:p>
        </p:txBody>
      </p:sp>
      <p:sp>
        <p:nvSpPr>
          <p:cNvPr id="13" name="Espace réservé du texte 12">
            <a:extLst>
              <a:ext uri="{FF2B5EF4-FFF2-40B4-BE49-F238E27FC236}">
                <a16:creationId xmlns:a16="http://schemas.microsoft.com/office/drawing/2014/main" id="{B423DA67-062B-7F62-BE90-37A04791DC57}"/>
              </a:ext>
            </a:extLst>
          </p:cNvPr>
          <p:cNvSpPr>
            <a:spLocks noGrp="1"/>
          </p:cNvSpPr>
          <p:nvPr>
            <p:ph type="body" sz="quarter" idx="16"/>
          </p:nvPr>
        </p:nvSpPr>
        <p:spPr>
          <a:xfrm>
            <a:off x="4541042" y="1829042"/>
            <a:ext cx="4291013" cy="296208"/>
          </a:xfrm>
        </p:spPr>
        <p:txBody>
          <a:bodyPr/>
          <a:lstStyle/>
          <a:p>
            <a:r>
              <a:rPr lang="fr-FR" dirty="0"/>
              <a:t>Politiques économiques</a:t>
            </a:r>
          </a:p>
        </p:txBody>
      </p:sp>
      <p:sp>
        <p:nvSpPr>
          <p:cNvPr id="3" name="Espace réservé du texte 2">
            <a:extLst>
              <a:ext uri="{FF2B5EF4-FFF2-40B4-BE49-F238E27FC236}">
                <a16:creationId xmlns:a16="http://schemas.microsoft.com/office/drawing/2014/main" id="{8F778071-A6A7-94E8-2C97-CEA6EAF9097B}"/>
              </a:ext>
            </a:extLst>
          </p:cNvPr>
          <p:cNvSpPr>
            <a:spLocks noGrp="1"/>
          </p:cNvSpPr>
          <p:nvPr>
            <p:ph type="body" sz="quarter" idx="10"/>
          </p:nvPr>
        </p:nvSpPr>
        <p:spPr/>
        <p:txBody>
          <a:bodyPr/>
          <a:lstStyle/>
          <a:p>
            <a:r>
              <a:rPr lang="fr-FR" dirty="0">
                <a:solidFill>
                  <a:srgbClr val="FF0000"/>
                </a:solidFill>
              </a:rPr>
              <a:t>THEME 2 Régulation de l’activité</a:t>
            </a:r>
          </a:p>
        </p:txBody>
      </p:sp>
    </p:spTree>
    <p:extLst>
      <p:ext uri="{BB962C8B-B14F-4D97-AF65-F5344CB8AC3E}">
        <p14:creationId xmlns:p14="http://schemas.microsoft.com/office/powerpoint/2010/main" val="1088127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e la date 3"/>
          <p:cNvSpPr txBox="1">
            <a:spLocks/>
          </p:cNvSpPr>
          <p:nvPr/>
        </p:nvSpPr>
        <p:spPr>
          <a:xfrm>
            <a:off x="6642589" y="6488723"/>
            <a:ext cx="2057400" cy="369278"/>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4F284EE-E712-4408-A2B0-3F60E944B3CA}" type="datetimeFigureOut">
              <a:rPr lang="fr-FR" smtClean="0">
                <a:solidFill>
                  <a:schemeClr val="bg1"/>
                </a:solidFill>
              </a:rPr>
              <a:pPr/>
              <a:t>02/09/2026</a:t>
            </a:fld>
            <a:endParaRPr lang="fr-FR" dirty="0">
              <a:solidFill>
                <a:schemeClr val="bg1"/>
              </a:solidFill>
            </a:endParaRPr>
          </a:p>
        </p:txBody>
      </p:sp>
      <p:sp>
        <p:nvSpPr>
          <p:cNvPr id="9" name="Espace réservé du pied de page 4"/>
          <p:cNvSpPr txBox="1">
            <a:spLocks/>
          </p:cNvSpPr>
          <p:nvPr/>
        </p:nvSpPr>
        <p:spPr>
          <a:xfrm>
            <a:off x="457199" y="6488721"/>
            <a:ext cx="2779487" cy="396643"/>
          </a:xfrm>
          <a:prstGeom prst="rect">
            <a:avLst/>
          </a:prstGeom>
        </p:spPr>
        <p:txBody>
          <a:bodyPr anchor="ctr"/>
          <a:lstStyle>
            <a:defPPr>
              <a:defRPr lang="en-US"/>
            </a:defPPr>
            <a:lvl1pPr marL="0" algn="l"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dirty="0">
                <a:solidFill>
                  <a:schemeClr val="bg1"/>
                </a:solidFill>
              </a:rPr>
              <a:t>www.doranco.fr | 01 55 25 28 00</a:t>
            </a:r>
          </a:p>
        </p:txBody>
      </p:sp>
      <p:sp>
        <p:nvSpPr>
          <p:cNvPr id="29" name="Espace réservé du numéro de diapositive 5"/>
          <p:cNvSpPr txBox="1">
            <a:spLocks/>
          </p:cNvSpPr>
          <p:nvPr/>
        </p:nvSpPr>
        <p:spPr>
          <a:xfrm>
            <a:off x="3543300" y="6491212"/>
            <a:ext cx="2057400" cy="365125"/>
          </a:xfrm>
          <a:prstGeom prst="rect">
            <a:avLst/>
          </a:prstGeom>
        </p:spPr>
        <p:txBody>
          <a:bodyPr vert="horz" lIns="91440" tIns="45720" rIns="91440" bIns="45720" rtlCol="0" anchor="ctr"/>
          <a:lstStyle>
            <a:defPPr>
              <a:defRPr lang="en-US"/>
            </a:defPPr>
            <a:lvl1pPr marL="0" algn="ct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7C4DFEA-AAE8-4403-B42D-53C3950B26E2}" type="slidenum">
              <a:rPr lang="fr-FR" smtClean="0">
                <a:solidFill>
                  <a:schemeClr val="bg1"/>
                </a:solidFill>
              </a:rPr>
              <a:pPr/>
              <a:t>5</a:t>
            </a:fld>
            <a:endParaRPr lang="fr-FR" dirty="0">
              <a:solidFill>
                <a:schemeClr val="bg1"/>
              </a:solidFill>
            </a:endParaRPr>
          </a:p>
        </p:txBody>
      </p:sp>
      <p:sp>
        <p:nvSpPr>
          <p:cNvPr id="6" name="Espace réservé du texte 5">
            <a:extLst>
              <a:ext uri="{FF2B5EF4-FFF2-40B4-BE49-F238E27FC236}">
                <a16:creationId xmlns:a16="http://schemas.microsoft.com/office/drawing/2014/main" id="{0949B71B-813C-FFB3-14A8-374C77189D42}"/>
              </a:ext>
            </a:extLst>
          </p:cNvPr>
          <p:cNvSpPr>
            <a:spLocks noGrp="1"/>
          </p:cNvSpPr>
          <p:nvPr>
            <p:ph type="body" sz="quarter" idx="11"/>
          </p:nvPr>
        </p:nvSpPr>
        <p:spPr>
          <a:xfrm>
            <a:off x="4572000" y="2835861"/>
            <a:ext cx="4291013" cy="296208"/>
          </a:xfrm>
        </p:spPr>
        <p:txBody>
          <a:bodyPr/>
          <a:lstStyle/>
          <a:p>
            <a:r>
              <a:rPr lang="fr-FR" dirty="0"/>
              <a:t>Structures juridiques</a:t>
            </a:r>
          </a:p>
        </p:txBody>
      </p:sp>
      <p:sp>
        <p:nvSpPr>
          <p:cNvPr id="7" name="Espace réservé du texte 6">
            <a:extLst>
              <a:ext uri="{FF2B5EF4-FFF2-40B4-BE49-F238E27FC236}">
                <a16:creationId xmlns:a16="http://schemas.microsoft.com/office/drawing/2014/main" id="{0F6822FF-BEFC-AAD9-346E-6AEAD95CE023}"/>
              </a:ext>
            </a:extLst>
          </p:cNvPr>
          <p:cNvSpPr>
            <a:spLocks noGrp="1"/>
          </p:cNvSpPr>
          <p:nvPr>
            <p:ph type="body" sz="quarter" idx="12"/>
          </p:nvPr>
        </p:nvSpPr>
        <p:spPr>
          <a:xfrm>
            <a:off x="4572000" y="3281884"/>
            <a:ext cx="4291013" cy="296208"/>
          </a:xfrm>
        </p:spPr>
        <p:txBody>
          <a:bodyPr/>
          <a:lstStyle/>
          <a:p>
            <a:r>
              <a:rPr lang="fr-FR" dirty="0"/>
              <a:t>Responsabilités de l entreprise</a:t>
            </a:r>
          </a:p>
        </p:txBody>
      </p:sp>
      <p:sp>
        <p:nvSpPr>
          <p:cNvPr id="11" name="Espace réservé du texte 10">
            <a:extLst>
              <a:ext uri="{FF2B5EF4-FFF2-40B4-BE49-F238E27FC236}">
                <a16:creationId xmlns:a16="http://schemas.microsoft.com/office/drawing/2014/main" id="{FF81B172-95EC-CEFD-63E0-37991DF4B014}"/>
              </a:ext>
            </a:extLst>
          </p:cNvPr>
          <p:cNvSpPr>
            <a:spLocks noGrp="1"/>
          </p:cNvSpPr>
          <p:nvPr>
            <p:ph type="body" sz="quarter" idx="14"/>
          </p:nvPr>
        </p:nvSpPr>
        <p:spPr>
          <a:xfrm>
            <a:off x="4541041" y="4320324"/>
            <a:ext cx="4291013" cy="296208"/>
          </a:xfrm>
        </p:spPr>
        <p:txBody>
          <a:bodyPr/>
          <a:lstStyle/>
          <a:p>
            <a:r>
              <a:rPr lang="fr-FR" dirty="0"/>
              <a:t>Ressources et financement</a:t>
            </a:r>
          </a:p>
        </p:txBody>
      </p:sp>
      <p:sp>
        <p:nvSpPr>
          <p:cNvPr id="13" name="Espace réservé du texte 12">
            <a:extLst>
              <a:ext uri="{FF2B5EF4-FFF2-40B4-BE49-F238E27FC236}">
                <a16:creationId xmlns:a16="http://schemas.microsoft.com/office/drawing/2014/main" id="{B423DA67-062B-7F62-BE90-37A04791DC57}"/>
              </a:ext>
            </a:extLst>
          </p:cNvPr>
          <p:cNvSpPr>
            <a:spLocks noGrp="1"/>
          </p:cNvSpPr>
          <p:nvPr>
            <p:ph type="body" sz="quarter" idx="16"/>
          </p:nvPr>
        </p:nvSpPr>
        <p:spPr>
          <a:xfrm>
            <a:off x="4541042" y="1829042"/>
            <a:ext cx="4291013" cy="296208"/>
          </a:xfrm>
        </p:spPr>
        <p:txBody>
          <a:bodyPr/>
          <a:lstStyle/>
          <a:p>
            <a:r>
              <a:rPr lang="fr-FR" dirty="0"/>
              <a:t>Facteurs de production</a:t>
            </a:r>
          </a:p>
        </p:txBody>
      </p:sp>
      <p:sp>
        <p:nvSpPr>
          <p:cNvPr id="3" name="Espace réservé du texte 2">
            <a:extLst>
              <a:ext uri="{FF2B5EF4-FFF2-40B4-BE49-F238E27FC236}">
                <a16:creationId xmlns:a16="http://schemas.microsoft.com/office/drawing/2014/main" id="{8F778071-A6A7-94E8-2C97-CEA6EAF9097B}"/>
              </a:ext>
            </a:extLst>
          </p:cNvPr>
          <p:cNvSpPr>
            <a:spLocks noGrp="1"/>
          </p:cNvSpPr>
          <p:nvPr>
            <p:ph type="body" sz="quarter" idx="10"/>
          </p:nvPr>
        </p:nvSpPr>
        <p:spPr/>
        <p:txBody>
          <a:bodyPr/>
          <a:lstStyle/>
          <a:p>
            <a:r>
              <a:rPr lang="fr-FR" dirty="0">
                <a:solidFill>
                  <a:srgbClr val="FF0000"/>
                </a:solidFill>
              </a:rPr>
              <a:t>THEME 3 Organisation de l’activité</a:t>
            </a:r>
          </a:p>
        </p:txBody>
      </p:sp>
    </p:spTree>
    <p:extLst>
      <p:ext uri="{BB962C8B-B14F-4D97-AF65-F5344CB8AC3E}">
        <p14:creationId xmlns:p14="http://schemas.microsoft.com/office/powerpoint/2010/main" val="2581540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Espace réservé de la date 3"/>
          <p:cNvSpPr txBox="1">
            <a:spLocks/>
          </p:cNvSpPr>
          <p:nvPr/>
        </p:nvSpPr>
        <p:spPr>
          <a:xfrm>
            <a:off x="6642589" y="6488723"/>
            <a:ext cx="2057400" cy="369278"/>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4F284EE-E712-4408-A2B0-3F60E944B3CA}" type="datetimeFigureOut">
              <a:rPr lang="fr-FR" smtClean="0">
                <a:solidFill>
                  <a:schemeClr val="bg1"/>
                </a:solidFill>
              </a:rPr>
              <a:pPr/>
              <a:t>02/09/2026</a:t>
            </a:fld>
            <a:endParaRPr lang="fr-FR" dirty="0">
              <a:solidFill>
                <a:schemeClr val="bg1"/>
              </a:solidFill>
            </a:endParaRPr>
          </a:p>
        </p:txBody>
      </p:sp>
      <p:sp>
        <p:nvSpPr>
          <p:cNvPr id="19" name="Espace réservé du pied de page 4"/>
          <p:cNvSpPr txBox="1">
            <a:spLocks/>
          </p:cNvSpPr>
          <p:nvPr/>
        </p:nvSpPr>
        <p:spPr>
          <a:xfrm>
            <a:off x="457199" y="6488721"/>
            <a:ext cx="2791098" cy="396643"/>
          </a:xfrm>
          <a:prstGeom prst="rect">
            <a:avLst/>
          </a:prstGeom>
        </p:spPr>
        <p:txBody>
          <a:bodyPr anchor="ctr"/>
          <a:lstStyle>
            <a:defPPr>
              <a:defRPr lang="en-US"/>
            </a:defPPr>
            <a:lvl1pPr marL="0" algn="l"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dirty="0">
                <a:solidFill>
                  <a:schemeClr val="bg1"/>
                </a:solidFill>
              </a:rPr>
              <a:t>www.doranco.fr | 01 55 25 28 00</a:t>
            </a:r>
          </a:p>
        </p:txBody>
      </p:sp>
      <p:sp>
        <p:nvSpPr>
          <p:cNvPr id="32" name="Espace réservé du numéro de diapositive 5"/>
          <p:cNvSpPr txBox="1">
            <a:spLocks/>
          </p:cNvSpPr>
          <p:nvPr/>
        </p:nvSpPr>
        <p:spPr>
          <a:xfrm>
            <a:off x="3543300" y="6491212"/>
            <a:ext cx="2057400" cy="365125"/>
          </a:xfrm>
          <a:prstGeom prst="rect">
            <a:avLst/>
          </a:prstGeom>
        </p:spPr>
        <p:txBody>
          <a:bodyPr vert="horz" lIns="91440" tIns="45720" rIns="91440" bIns="45720" rtlCol="0" anchor="ctr"/>
          <a:lstStyle>
            <a:defPPr>
              <a:defRPr lang="en-US"/>
            </a:defPPr>
            <a:lvl1pPr marL="0" algn="ctr" defTabSz="457200" rtl="0" eaLnBrk="1" latinLnBrk="0" hangingPunct="1">
              <a:defRPr sz="1100" kern="1200">
                <a:solidFill>
                  <a:srgbClr val="DCCEB2"/>
                </a:solidFill>
                <a:latin typeface="Franklin Gothic Book" panose="020B05030201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7C4DFEA-AAE8-4403-B42D-53C3950B26E2}" type="slidenum">
              <a:rPr lang="fr-FR" smtClean="0">
                <a:solidFill>
                  <a:schemeClr val="bg1"/>
                </a:solidFill>
              </a:rPr>
              <a:pPr/>
              <a:t>6</a:t>
            </a:fld>
            <a:endParaRPr lang="fr-FR" dirty="0">
              <a:solidFill>
                <a:schemeClr val="bg1"/>
              </a:solidFill>
            </a:endParaRPr>
          </a:p>
        </p:txBody>
      </p:sp>
      <p:sp>
        <p:nvSpPr>
          <p:cNvPr id="5" name="Espace réservé du texte 4">
            <a:extLst>
              <a:ext uri="{FF2B5EF4-FFF2-40B4-BE49-F238E27FC236}">
                <a16:creationId xmlns:a16="http://schemas.microsoft.com/office/drawing/2014/main" id="{6CD1D6D8-8847-C577-FF2F-2574E1DE7560}"/>
              </a:ext>
            </a:extLst>
          </p:cNvPr>
          <p:cNvSpPr>
            <a:spLocks noGrp="1"/>
          </p:cNvSpPr>
          <p:nvPr>
            <p:ph type="body" sz="quarter" idx="10"/>
          </p:nvPr>
        </p:nvSpPr>
        <p:spPr>
          <a:xfrm>
            <a:off x="325721" y="1838324"/>
            <a:ext cx="3909676" cy="1694229"/>
          </a:xfrm>
        </p:spPr>
        <p:txBody>
          <a:bodyPr/>
          <a:lstStyle/>
          <a:p>
            <a:r>
              <a:rPr lang="fr-FR" sz="1800" dirty="0"/>
              <a:t>ACQUERIR LES BASES DE LA</a:t>
            </a:r>
          </a:p>
          <a:p>
            <a:r>
              <a:rPr lang="fr-FR" sz="1800" dirty="0"/>
              <a:t>CULTURE ECONOMIQUE</a:t>
            </a:r>
          </a:p>
          <a:p>
            <a:r>
              <a:rPr lang="fr-FR" sz="1800" dirty="0"/>
              <a:t>JURIDIQUE</a:t>
            </a:r>
          </a:p>
          <a:p>
            <a:r>
              <a:rPr lang="fr-FR" sz="1800" dirty="0"/>
              <a:t>ET MANAGERIALE</a:t>
            </a:r>
          </a:p>
        </p:txBody>
      </p:sp>
      <p:sp>
        <p:nvSpPr>
          <p:cNvPr id="6" name="Espace réservé du texte 5">
            <a:extLst>
              <a:ext uri="{FF2B5EF4-FFF2-40B4-BE49-F238E27FC236}">
                <a16:creationId xmlns:a16="http://schemas.microsoft.com/office/drawing/2014/main" id="{B251989C-3370-8BAB-8427-D2F13F10EAF3}"/>
              </a:ext>
            </a:extLst>
          </p:cNvPr>
          <p:cNvSpPr>
            <a:spLocks noGrp="1"/>
          </p:cNvSpPr>
          <p:nvPr>
            <p:ph type="body" sz="quarter" idx="12"/>
          </p:nvPr>
        </p:nvSpPr>
        <p:spPr>
          <a:xfrm>
            <a:off x="4898417" y="3228962"/>
            <a:ext cx="3742244" cy="2976453"/>
          </a:xfrm>
        </p:spPr>
        <p:txBody>
          <a:bodyPr/>
          <a:lstStyle/>
          <a:p>
            <a:pPr algn="l"/>
            <a:r>
              <a:rPr lang="fr-FR" sz="2000" dirty="0">
                <a:solidFill>
                  <a:schemeClr val="bg1"/>
                </a:solidFill>
                <a:latin typeface="Arial" panose="020B0604020202020204" pitchFamily="34" charset="0"/>
              </a:rPr>
              <a:t>Définitions économiques</a:t>
            </a:r>
          </a:p>
          <a:p>
            <a:pPr algn="l"/>
            <a:endParaRPr lang="fr-FR" sz="2000" dirty="0">
              <a:solidFill>
                <a:schemeClr val="bg1"/>
              </a:solidFill>
              <a:latin typeface="Arial" panose="020B0604020202020204" pitchFamily="34" charset="0"/>
            </a:endParaRPr>
          </a:p>
          <a:p>
            <a:pPr algn="l"/>
            <a:r>
              <a:rPr lang="fr-FR" sz="2000" dirty="0">
                <a:solidFill>
                  <a:schemeClr val="bg1"/>
                </a:solidFill>
                <a:latin typeface="Arial" panose="020B0604020202020204" pitchFamily="34" charset="0"/>
              </a:rPr>
              <a:t>Cas pratiques juridiques</a:t>
            </a:r>
          </a:p>
          <a:p>
            <a:pPr algn="l"/>
            <a:endParaRPr lang="fr-FR" sz="2000" dirty="0">
              <a:solidFill>
                <a:schemeClr val="bg1"/>
              </a:solidFill>
              <a:latin typeface="Arial" panose="020B0604020202020204" pitchFamily="34" charset="0"/>
            </a:endParaRPr>
          </a:p>
          <a:p>
            <a:pPr algn="l"/>
            <a:r>
              <a:rPr lang="fr-FR" sz="2000" dirty="0">
                <a:solidFill>
                  <a:schemeClr val="bg1"/>
                </a:solidFill>
                <a:latin typeface="Arial" panose="020B0604020202020204" pitchFamily="34" charset="0"/>
              </a:rPr>
              <a:t>Référence d’auteurs</a:t>
            </a:r>
            <a:endParaRPr lang="fr-FR" sz="2000" dirty="0">
              <a:solidFill>
                <a:schemeClr val="bg1"/>
              </a:solidFill>
            </a:endParaRPr>
          </a:p>
          <a:p>
            <a:endParaRPr lang="fr-FR" dirty="0">
              <a:solidFill>
                <a:schemeClr val="bg1"/>
              </a:solidFill>
            </a:endParaRPr>
          </a:p>
        </p:txBody>
      </p:sp>
      <p:sp>
        <p:nvSpPr>
          <p:cNvPr id="7" name="Espace réservé du texte 6">
            <a:extLst>
              <a:ext uri="{FF2B5EF4-FFF2-40B4-BE49-F238E27FC236}">
                <a16:creationId xmlns:a16="http://schemas.microsoft.com/office/drawing/2014/main" id="{8A74CB0E-7D99-D1D2-E8EB-4C1DBD7DA2B2}"/>
              </a:ext>
            </a:extLst>
          </p:cNvPr>
          <p:cNvSpPr>
            <a:spLocks noGrp="1"/>
          </p:cNvSpPr>
          <p:nvPr>
            <p:ph type="body" sz="quarter" idx="13"/>
          </p:nvPr>
        </p:nvSpPr>
        <p:spPr>
          <a:xfrm>
            <a:off x="325721" y="3734508"/>
            <a:ext cx="3586162" cy="2549767"/>
          </a:xfrm>
        </p:spPr>
        <p:txBody>
          <a:bodyPr/>
          <a:lstStyle/>
          <a:p>
            <a:pPr algn="l"/>
            <a:r>
              <a:rPr lang="fr-FR" sz="1800" b="0" i="0" u="none" strike="noStrike" baseline="0" dirty="0">
                <a:latin typeface="Arial" panose="020B0604020202020204" pitchFamily="34" charset="0"/>
              </a:rPr>
              <a:t>THEME 1  Intégration de l entreprise dans son environnement</a:t>
            </a:r>
          </a:p>
          <a:p>
            <a:pPr algn="l"/>
            <a:r>
              <a:rPr lang="fr-FR" sz="1800" dirty="0">
                <a:latin typeface="Arial" panose="020B0604020202020204" pitchFamily="34" charset="0"/>
              </a:rPr>
              <a:t>THEME 2  Régulation de l activité économique</a:t>
            </a:r>
          </a:p>
          <a:p>
            <a:pPr algn="l"/>
            <a:r>
              <a:rPr lang="fr-FR" sz="1800" b="0" i="0" u="none" strike="noStrike" baseline="0" dirty="0">
                <a:latin typeface="Arial" panose="020B0604020202020204" pitchFamily="34" charset="0"/>
              </a:rPr>
              <a:t>THEME 3  Organisation de l activité de l entreprise</a:t>
            </a:r>
          </a:p>
        </p:txBody>
      </p:sp>
    </p:spTree>
    <p:extLst>
      <p:ext uri="{BB962C8B-B14F-4D97-AF65-F5344CB8AC3E}">
        <p14:creationId xmlns:p14="http://schemas.microsoft.com/office/powerpoint/2010/main" val="660392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EE8AA88-1093-F50E-D70F-88CE7CDB320C}"/>
              </a:ext>
            </a:extLst>
          </p:cNvPr>
          <p:cNvSpPr>
            <a:spLocks noGrp="1"/>
          </p:cNvSpPr>
          <p:nvPr>
            <p:ph type="body" sz="quarter" idx="10"/>
          </p:nvPr>
        </p:nvSpPr>
        <p:spPr/>
        <p:txBody>
          <a:bodyPr/>
          <a:lstStyle/>
          <a:p>
            <a:endParaRPr lang="fr-FR"/>
          </a:p>
        </p:txBody>
      </p:sp>
      <p:sp>
        <p:nvSpPr>
          <p:cNvPr id="3" name="Espace réservé du texte 2">
            <a:extLst>
              <a:ext uri="{FF2B5EF4-FFF2-40B4-BE49-F238E27FC236}">
                <a16:creationId xmlns:a16="http://schemas.microsoft.com/office/drawing/2014/main" id="{B42D3C3F-0352-777D-3CF4-73018C476559}"/>
              </a:ext>
            </a:extLst>
          </p:cNvPr>
          <p:cNvSpPr>
            <a:spLocks noGrp="1"/>
          </p:cNvSpPr>
          <p:nvPr>
            <p:ph type="body" sz="quarter" idx="11"/>
          </p:nvPr>
        </p:nvSpPr>
        <p:spPr/>
        <p:txBody>
          <a:bodyPr/>
          <a:lstStyle/>
          <a:p>
            <a:r>
              <a:rPr lang="fr-FR" dirty="0"/>
              <a:t>ATELIER NASA</a:t>
            </a:r>
          </a:p>
        </p:txBody>
      </p:sp>
      <p:sp>
        <p:nvSpPr>
          <p:cNvPr id="4" name="Espace réservé du texte 3">
            <a:extLst>
              <a:ext uri="{FF2B5EF4-FFF2-40B4-BE49-F238E27FC236}">
                <a16:creationId xmlns:a16="http://schemas.microsoft.com/office/drawing/2014/main" id="{83D7BEC1-4C27-D35C-0450-D7E421171A44}"/>
              </a:ext>
            </a:extLst>
          </p:cNvPr>
          <p:cNvSpPr>
            <a:spLocks noGrp="1"/>
          </p:cNvSpPr>
          <p:nvPr>
            <p:ph type="body" sz="quarter" idx="13"/>
          </p:nvPr>
        </p:nvSpPr>
        <p:spPr/>
        <p:txBody>
          <a:bodyPr/>
          <a:lstStyle/>
          <a:p>
            <a:r>
              <a:rPr lang="fr-FR" dirty="0"/>
              <a:t>Vous faites partie de l’équipage d’un vaisseau spatial programmé à l’origine pour rejoindre une fusée sur la lune. À la suite d’ennuis mécaniques, vous avez dû alunir à 300 km environ du rendez-vous fixé, sur la face éclairée de la lune. Tous les passagers du vaisseau sont bien sûr équipés d’une combinaison chauffée. Au cours de l’alunissage, la plupart des équipements de bord ont été endommagés, à l’exclusion des 15 objets ci-dessous. Il est vital pour votre équipage de rejoindre la fusée et vous devez choisir l’équipement indispensable pour ce long voyage. L’exercice consiste à classer les 15 objets par ordre de première nécessité. Mettez le chiffre 1 en face de celui qui vous semble le plus important, 2 en face du suivant, et ainsi de suite jusqu’à 15 en face de celui qui vous paraît le moins utile .</a:t>
            </a:r>
          </a:p>
        </p:txBody>
      </p:sp>
      <p:sp>
        <p:nvSpPr>
          <p:cNvPr id="5" name="Espace réservé du texte 4">
            <a:extLst>
              <a:ext uri="{FF2B5EF4-FFF2-40B4-BE49-F238E27FC236}">
                <a16:creationId xmlns:a16="http://schemas.microsoft.com/office/drawing/2014/main" id="{89BA9F03-85C4-056E-10C8-4825BC23AC97}"/>
              </a:ext>
            </a:extLst>
          </p:cNvPr>
          <p:cNvSpPr>
            <a:spLocks noGrp="1"/>
          </p:cNvSpPr>
          <p:nvPr>
            <p:ph type="body" sz="quarter" idx="14"/>
          </p:nvPr>
        </p:nvSpPr>
        <p:spPr/>
        <p:txBody>
          <a:bodyPr/>
          <a:lstStyle/>
          <a:p>
            <a:r>
              <a:rPr lang="fr-FR" dirty="0">
                <a:highlight>
                  <a:srgbClr val="EDEBEB"/>
                </a:highlight>
              </a:rPr>
              <a:t>Une boîte d’allumette Des aliments concentrés 50 mètres de corde en nylon Un parachute en soie Un appareil de chauffage fonctionnant sur l’énergie solaire 2 pistolets calibre 45 Une caisse de lait en poudre 2 réservoirs de 50 kg d’oxygène chacun Une carte céleste des constellations lunaires Un canot de sauvetage auto-gonflable Une boussole 25 litres d’eau Une trousse médicale et des seringues hypodermiques Des signaux lumineux Un émetteur-récepteur fonctionnant sur l’énergie solaire (fréquence moyenne)</a:t>
            </a:r>
          </a:p>
        </p:txBody>
      </p:sp>
    </p:spTree>
    <p:extLst>
      <p:ext uri="{BB962C8B-B14F-4D97-AF65-F5344CB8AC3E}">
        <p14:creationId xmlns:p14="http://schemas.microsoft.com/office/powerpoint/2010/main" val="2206862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D76AF191-EAAD-4562-1217-E3E80D21104E}"/>
              </a:ext>
            </a:extLst>
          </p:cNvPr>
          <p:cNvPicPr>
            <a:picLocks noChangeAspect="1"/>
          </p:cNvPicPr>
          <p:nvPr/>
        </p:nvPicPr>
        <p:blipFill>
          <a:blip r:embed="rId2"/>
          <a:stretch>
            <a:fillRect/>
          </a:stretch>
        </p:blipFill>
        <p:spPr>
          <a:xfrm>
            <a:off x="1974763" y="545693"/>
            <a:ext cx="6530906" cy="5502117"/>
          </a:xfrm>
          <a:prstGeom prst="rect">
            <a:avLst/>
          </a:prstGeom>
        </p:spPr>
      </p:pic>
      <p:sp>
        <p:nvSpPr>
          <p:cNvPr id="2" name="ZoneTexte 1">
            <a:extLst>
              <a:ext uri="{FF2B5EF4-FFF2-40B4-BE49-F238E27FC236}">
                <a16:creationId xmlns:a16="http://schemas.microsoft.com/office/drawing/2014/main" id="{4BD24973-CDF8-AACE-AB7F-AD8681337FC0}"/>
              </a:ext>
            </a:extLst>
          </p:cNvPr>
          <p:cNvSpPr txBox="1"/>
          <p:nvPr/>
        </p:nvSpPr>
        <p:spPr>
          <a:xfrm>
            <a:off x="4371278" y="2442117"/>
            <a:ext cx="735981" cy="307777"/>
          </a:xfrm>
          <a:prstGeom prst="rect">
            <a:avLst/>
          </a:prstGeom>
          <a:noFill/>
        </p:spPr>
        <p:txBody>
          <a:bodyPr wrap="square" rtlCol="0">
            <a:spAutoFit/>
          </a:bodyPr>
          <a:lstStyle/>
          <a:p>
            <a:r>
              <a:rPr lang="fr-FR" sz="1400" dirty="0"/>
              <a:t>15</a:t>
            </a:r>
          </a:p>
        </p:txBody>
      </p:sp>
      <p:sp>
        <p:nvSpPr>
          <p:cNvPr id="3" name="ZoneTexte 2">
            <a:extLst>
              <a:ext uri="{FF2B5EF4-FFF2-40B4-BE49-F238E27FC236}">
                <a16:creationId xmlns:a16="http://schemas.microsoft.com/office/drawing/2014/main" id="{31106416-E4B3-A631-A8F3-C11D41B5C8B2}"/>
              </a:ext>
            </a:extLst>
          </p:cNvPr>
          <p:cNvSpPr txBox="1"/>
          <p:nvPr/>
        </p:nvSpPr>
        <p:spPr>
          <a:xfrm>
            <a:off x="4259766" y="3296752"/>
            <a:ext cx="735981" cy="307777"/>
          </a:xfrm>
          <a:prstGeom prst="rect">
            <a:avLst/>
          </a:prstGeom>
          <a:noFill/>
        </p:spPr>
        <p:txBody>
          <a:bodyPr wrap="square" rtlCol="0">
            <a:spAutoFit/>
          </a:bodyPr>
          <a:lstStyle/>
          <a:p>
            <a:r>
              <a:rPr lang="fr-FR" sz="1400" dirty="0"/>
              <a:t>5</a:t>
            </a:r>
          </a:p>
        </p:txBody>
      </p:sp>
      <p:sp>
        <p:nvSpPr>
          <p:cNvPr id="4" name="ZoneTexte 3">
            <a:extLst>
              <a:ext uri="{FF2B5EF4-FFF2-40B4-BE49-F238E27FC236}">
                <a16:creationId xmlns:a16="http://schemas.microsoft.com/office/drawing/2014/main" id="{B503CC5D-2E78-4FD5-B0EE-095390FA2398}"/>
              </a:ext>
            </a:extLst>
          </p:cNvPr>
          <p:cNvSpPr txBox="1"/>
          <p:nvPr/>
        </p:nvSpPr>
        <p:spPr>
          <a:xfrm>
            <a:off x="4259766" y="1048215"/>
            <a:ext cx="579863" cy="369332"/>
          </a:xfrm>
          <a:prstGeom prst="rect">
            <a:avLst/>
          </a:prstGeom>
          <a:noFill/>
        </p:spPr>
        <p:txBody>
          <a:bodyPr wrap="square" rtlCol="0">
            <a:spAutoFit/>
          </a:bodyPr>
          <a:lstStyle/>
          <a:p>
            <a:r>
              <a:rPr lang="fr-FR" dirty="0"/>
              <a:t>14</a:t>
            </a:r>
          </a:p>
        </p:txBody>
      </p:sp>
      <p:sp>
        <p:nvSpPr>
          <p:cNvPr id="7" name="ZoneTexte 6">
            <a:extLst>
              <a:ext uri="{FF2B5EF4-FFF2-40B4-BE49-F238E27FC236}">
                <a16:creationId xmlns:a16="http://schemas.microsoft.com/office/drawing/2014/main" id="{51218628-E762-D983-356E-BACB97F8F607}"/>
              </a:ext>
            </a:extLst>
          </p:cNvPr>
          <p:cNvSpPr txBox="1"/>
          <p:nvPr/>
        </p:nvSpPr>
        <p:spPr>
          <a:xfrm>
            <a:off x="4259766" y="1828800"/>
            <a:ext cx="735981" cy="369332"/>
          </a:xfrm>
          <a:prstGeom prst="rect">
            <a:avLst/>
          </a:prstGeom>
          <a:noFill/>
        </p:spPr>
        <p:txBody>
          <a:bodyPr wrap="square" rtlCol="0">
            <a:spAutoFit/>
          </a:bodyPr>
          <a:lstStyle/>
          <a:p>
            <a:r>
              <a:rPr lang="fr-FR" dirty="0"/>
              <a:t>13</a:t>
            </a:r>
          </a:p>
        </p:txBody>
      </p:sp>
      <p:sp>
        <p:nvSpPr>
          <p:cNvPr id="8" name="ZoneTexte 7">
            <a:extLst>
              <a:ext uri="{FF2B5EF4-FFF2-40B4-BE49-F238E27FC236}">
                <a16:creationId xmlns:a16="http://schemas.microsoft.com/office/drawing/2014/main" id="{CE8FCF5F-2AB6-5BA9-4AFD-47C1CFE7D4E1}"/>
              </a:ext>
            </a:extLst>
          </p:cNvPr>
          <p:cNvSpPr txBox="1"/>
          <p:nvPr/>
        </p:nvSpPr>
        <p:spPr>
          <a:xfrm>
            <a:off x="4315522" y="3907474"/>
            <a:ext cx="735981" cy="307777"/>
          </a:xfrm>
          <a:prstGeom prst="rect">
            <a:avLst/>
          </a:prstGeom>
          <a:noFill/>
        </p:spPr>
        <p:txBody>
          <a:bodyPr wrap="square" rtlCol="0">
            <a:spAutoFit/>
          </a:bodyPr>
          <a:lstStyle/>
          <a:p>
            <a:r>
              <a:rPr lang="fr-FR" sz="1400" dirty="0"/>
              <a:t>12</a:t>
            </a:r>
          </a:p>
        </p:txBody>
      </p:sp>
      <p:sp>
        <p:nvSpPr>
          <p:cNvPr id="9" name="ZoneTexte 8">
            <a:extLst>
              <a:ext uri="{FF2B5EF4-FFF2-40B4-BE49-F238E27FC236}">
                <a16:creationId xmlns:a16="http://schemas.microsoft.com/office/drawing/2014/main" id="{D8362BAA-9982-B3E5-181E-2F588A299EDF}"/>
              </a:ext>
            </a:extLst>
          </p:cNvPr>
          <p:cNvSpPr txBox="1"/>
          <p:nvPr/>
        </p:nvSpPr>
        <p:spPr>
          <a:xfrm>
            <a:off x="4259766" y="3602113"/>
            <a:ext cx="735981" cy="307777"/>
          </a:xfrm>
          <a:prstGeom prst="rect">
            <a:avLst/>
          </a:prstGeom>
          <a:noFill/>
        </p:spPr>
        <p:txBody>
          <a:bodyPr wrap="square" rtlCol="0">
            <a:spAutoFit/>
          </a:bodyPr>
          <a:lstStyle/>
          <a:p>
            <a:r>
              <a:rPr lang="fr-FR" sz="1400" dirty="0"/>
              <a:t>11</a:t>
            </a:r>
          </a:p>
        </p:txBody>
      </p:sp>
      <p:sp>
        <p:nvSpPr>
          <p:cNvPr id="10" name="ZoneTexte 9">
            <a:extLst>
              <a:ext uri="{FF2B5EF4-FFF2-40B4-BE49-F238E27FC236}">
                <a16:creationId xmlns:a16="http://schemas.microsoft.com/office/drawing/2014/main" id="{E4C92FD6-D75A-01B8-DF8B-93BBFAF42773}"/>
              </a:ext>
            </a:extLst>
          </p:cNvPr>
          <p:cNvSpPr txBox="1"/>
          <p:nvPr/>
        </p:nvSpPr>
        <p:spPr>
          <a:xfrm>
            <a:off x="4315522" y="2917333"/>
            <a:ext cx="735981" cy="338554"/>
          </a:xfrm>
          <a:prstGeom prst="rect">
            <a:avLst/>
          </a:prstGeom>
          <a:noFill/>
        </p:spPr>
        <p:txBody>
          <a:bodyPr wrap="square" rtlCol="0">
            <a:spAutoFit/>
          </a:bodyPr>
          <a:lstStyle/>
          <a:p>
            <a:r>
              <a:rPr lang="fr-FR" sz="1600" dirty="0"/>
              <a:t>1</a:t>
            </a:r>
          </a:p>
        </p:txBody>
      </p:sp>
      <p:sp>
        <p:nvSpPr>
          <p:cNvPr id="11" name="ZoneTexte 10">
            <a:extLst>
              <a:ext uri="{FF2B5EF4-FFF2-40B4-BE49-F238E27FC236}">
                <a16:creationId xmlns:a16="http://schemas.microsoft.com/office/drawing/2014/main" id="{CFDEB15D-B2BB-7485-BBA5-20DC9649940C}"/>
              </a:ext>
            </a:extLst>
          </p:cNvPr>
          <p:cNvSpPr txBox="1"/>
          <p:nvPr/>
        </p:nvSpPr>
        <p:spPr>
          <a:xfrm>
            <a:off x="4259766" y="4215251"/>
            <a:ext cx="735981" cy="307777"/>
          </a:xfrm>
          <a:prstGeom prst="rect">
            <a:avLst/>
          </a:prstGeom>
          <a:noFill/>
        </p:spPr>
        <p:txBody>
          <a:bodyPr wrap="square" rtlCol="0">
            <a:spAutoFit/>
          </a:bodyPr>
          <a:lstStyle/>
          <a:p>
            <a:r>
              <a:rPr lang="fr-FR" sz="1400" dirty="0"/>
              <a:t>4</a:t>
            </a:r>
          </a:p>
        </p:txBody>
      </p:sp>
      <p:sp>
        <p:nvSpPr>
          <p:cNvPr id="12" name="ZoneTexte 11">
            <a:extLst>
              <a:ext uri="{FF2B5EF4-FFF2-40B4-BE49-F238E27FC236}">
                <a16:creationId xmlns:a16="http://schemas.microsoft.com/office/drawing/2014/main" id="{5A1F4BA4-6A36-C9F3-3AFF-C2CF57CDDA0D}"/>
              </a:ext>
            </a:extLst>
          </p:cNvPr>
          <p:cNvSpPr txBox="1"/>
          <p:nvPr/>
        </p:nvSpPr>
        <p:spPr>
          <a:xfrm>
            <a:off x="4259766" y="5241073"/>
            <a:ext cx="735981" cy="369332"/>
          </a:xfrm>
          <a:prstGeom prst="rect">
            <a:avLst/>
          </a:prstGeom>
          <a:noFill/>
        </p:spPr>
        <p:txBody>
          <a:bodyPr wrap="square" rtlCol="0">
            <a:spAutoFit/>
          </a:bodyPr>
          <a:lstStyle/>
          <a:p>
            <a:r>
              <a:rPr lang="fr-FR" dirty="0"/>
              <a:t>2</a:t>
            </a:r>
          </a:p>
        </p:txBody>
      </p:sp>
      <p:sp>
        <p:nvSpPr>
          <p:cNvPr id="14" name="ZoneTexte 13">
            <a:extLst>
              <a:ext uri="{FF2B5EF4-FFF2-40B4-BE49-F238E27FC236}">
                <a16:creationId xmlns:a16="http://schemas.microsoft.com/office/drawing/2014/main" id="{080664E7-536F-D978-3466-BE2BF23B75D6}"/>
              </a:ext>
            </a:extLst>
          </p:cNvPr>
          <p:cNvSpPr txBox="1"/>
          <p:nvPr/>
        </p:nvSpPr>
        <p:spPr>
          <a:xfrm>
            <a:off x="4259766" y="4835172"/>
            <a:ext cx="735981" cy="307777"/>
          </a:xfrm>
          <a:prstGeom prst="rect">
            <a:avLst/>
          </a:prstGeom>
          <a:noFill/>
        </p:spPr>
        <p:txBody>
          <a:bodyPr wrap="square" rtlCol="0">
            <a:spAutoFit/>
          </a:bodyPr>
          <a:lstStyle/>
          <a:p>
            <a:r>
              <a:rPr lang="fr-FR" sz="1400" dirty="0"/>
              <a:t>3</a:t>
            </a:r>
          </a:p>
        </p:txBody>
      </p:sp>
      <p:sp>
        <p:nvSpPr>
          <p:cNvPr id="15" name="ZoneTexte 14">
            <a:extLst>
              <a:ext uri="{FF2B5EF4-FFF2-40B4-BE49-F238E27FC236}">
                <a16:creationId xmlns:a16="http://schemas.microsoft.com/office/drawing/2014/main" id="{0CBFE716-57E3-B84F-9313-5685C58F6CCF}"/>
              </a:ext>
            </a:extLst>
          </p:cNvPr>
          <p:cNvSpPr txBox="1"/>
          <p:nvPr/>
        </p:nvSpPr>
        <p:spPr>
          <a:xfrm>
            <a:off x="4259766" y="1327752"/>
            <a:ext cx="735981" cy="369332"/>
          </a:xfrm>
          <a:prstGeom prst="rect">
            <a:avLst/>
          </a:prstGeom>
          <a:noFill/>
        </p:spPr>
        <p:txBody>
          <a:bodyPr wrap="square" rtlCol="0">
            <a:spAutoFit/>
          </a:bodyPr>
          <a:lstStyle/>
          <a:p>
            <a:r>
              <a:rPr lang="fr-FR" dirty="0"/>
              <a:t>5</a:t>
            </a:r>
          </a:p>
        </p:txBody>
      </p:sp>
      <p:sp>
        <p:nvSpPr>
          <p:cNvPr id="16" name="ZoneTexte 15">
            <a:extLst>
              <a:ext uri="{FF2B5EF4-FFF2-40B4-BE49-F238E27FC236}">
                <a16:creationId xmlns:a16="http://schemas.microsoft.com/office/drawing/2014/main" id="{D853E1C6-DE1E-4C83-EC2D-22F07818D55A}"/>
              </a:ext>
            </a:extLst>
          </p:cNvPr>
          <p:cNvSpPr txBox="1"/>
          <p:nvPr/>
        </p:nvSpPr>
        <p:spPr>
          <a:xfrm>
            <a:off x="4259766" y="2713161"/>
            <a:ext cx="735981" cy="253916"/>
          </a:xfrm>
          <a:prstGeom prst="rect">
            <a:avLst/>
          </a:prstGeom>
          <a:noFill/>
        </p:spPr>
        <p:txBody>
          <a:bodyPr wrap="square" rtlCol="0">
            <a:spAutoFit/>
          </a:bodyPr>
          <a:lstStyle/>
          <a:p>
            <a:r>
              <a:rPr lang="fr-FR" sz="1050" dirty="0"/>
              <a:t>10</a:t>
            </a:r>
          </a:p>
        </p:txBody>
      </p:sp>
      <p:sp>
        <p:nvSpPr>
          <p:cNvPr id="17" name="ZoneTexte 16">
            <a:extLst>
              <a:ext uri="{FF2B5EF4-FFF2-40B4-BE49-F238E27FC236}">
                <a16:creationId xmlns:a16="http://schemas.microsoft.com/office/drawing/2014/main" id="{AE54A72A-9B9E-4EAD-6B6D-A79BBAC75D45}"/>
              </a:ext>
            </a:extLst>
          </p:cNvPr>
          <p:cNvSpPr txBox="1"/>
          <p:nvPr/>
        </p:nvSpPr>
        <p:spPr>
          <a:xfrm>
            <a:off x="4337824" y="1631054"/>
            <a:ext cx="468351" cy="276999"/>
          </a:xfrm>
          <a:prstGeom prst="rect">
            <a:avLst/>
          </a:prstGeom>
          <a:noFill/>
        </p:spPr>
        <p:txBody>
          <a:bodyPr wrap="square" rtlCol="0">
            <a:spAutoFit/>
          </a:bodyPr>
          <a:lstStyle/>
          <a:p>
            <a:r>
              <a:rPr lang="fr-FR" sz="1200" dirty="0"/>
              <a:t>6</a:t>
            </a:r>
          </a:p>
        </p:txBody>
      </p:sp>
      <p:sp>
        <p:nvSpPr>
          <p:cNvPr id="18" name="ZoneTexte 17">
            <a:extLst>
              <a:ext uri="{FF2B5EF4-FFF2-40B4-BE49-F238E27FC236}">
                <a16:creationId xmlns:a16="http://schemas.microsoft.com/office/drawing/2014/main" id="{FA96C0EB-95C4-6378-F306-C1561E5BA96A}"/>
              </a:ext>
            </a:extLst>
          </p:cNvPr>
          <p:cNvSpPr txBox="1"/>
          <p:nvPr/>
        </p:nvSpPr>
        <p:spPr>
          <a:xfrm>
            <a:off x="4326673" y="4523028"/>
            <a:ext cx="512956" cy="369332"/>
          </a:xfrm>
          <a:prstGeom prst="rect">
            <a:avLst/>
          </a:prstGeom>
          <a:noFill/>
        </p:spPr>
        <p:txBody>
          <a:bodyPr wrap="square" rtlCol="0">
            <a:spAutoFit/>
          </a:bodyPr>
          <a:lstStyle/>
          <a:p>
            <a:r>
              <a:rPr lang="fr-FR" dirty="0"/>
              <a:t>7</a:t>
            </a:r>
          </a:p>
        </p:txBody>
      </p:sp>
      <p:sp>
        <p:nvSpPr>
          <p:cNvPr id="19" name="ZoneTexte 18">
            <a:extLst>
              <a:ext uri="{FF2B5EF4-FFF2-40B4-BE49-F238E27FC236}">
                <a16:creationId xmlns:a16="http://schemas.microsoft.com/office/drawing/2014/main" id="{58E2E7CC-C202-5E11-498A-23960FE02C5D}"/>
              </a:ext>
            </a:extLst>
          </p:cNvPr>
          <p:cNvSpPr txBox="1"/>
          <p:nvPr/>
        </p:nvSpPr>
        <p:spPr>
          <a:xfrm>
            <a:off x="4382429" y="2175959"/>
            <a:ext cx="680225" cy="307777"/>
          </a:xfrm>
          <a:prstGeom prst="rect">
            <a:avLst/>
          </a:prstGeom>
          <a:noFill/>
        </p:spPr>
        <p:txBody>
          <a:bodyPr wrap="square" rtlCol="0">
            <a:spAutoFit/>
          </a:bodyPr>
          <a:lstStyle/>
          <a:p>
            <a:r>
              <a:rPr lang="fr-FR" sz="1400" dirty="0"/>
              <a:t>8</a:t>
            </a:r>
          </a:p>
        </p:txBody>
      </p:sp>
    </p:spTree>
    <p:extLst>
      <p:ext uri="{BB962C8B-B14F-4D97-AF65-F5344CB8AC3E}">
        <p14:creationId xmlns:p14="http://schemas.microsoft.com/office/powerpoint/2010/main" val="3430704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57D2B5D-A92A-981E-62EA-C85F4E09A15B}"/>
              </a:ext>
            </a:extLst>
          </p:cNvPr>
          <p:cNvPicPr>
            <a:picLocks noChangeAspect="1"/>
          </p:cNvPicPr>
          <p:nvPr/>
        </p:nvPicPr>
        <p:blipFill>
          <a:blip r:embed="rId2"/>
          <a:stretch>
            <a:fillRect/>
          </a:stretch>
        </p:blipFill>
        <p:spPr>
          <a:xfrm>
            <a:off x="2011398" y="886614"/>
            <a:ext cx="6492803" cy="5471634"/>
          </a:xfrm>
          <a:prstGeom prst="rect">
            <a:avLst/>
          </a:prstGeom>
        </p:spPr>
      </p:pic>
    </p:spTree>
    <p:extLst>
      <p:ext uri="{BB962C8B-B14F-4D97-AF65-F5344CB8AC3E}">
        <p14:creationId xmlns:p14="http://schemas.microsoft.com/office/powerpoint/2010/main" val="3636198983"/>
      </p:ext>
    </p:extLst>
  </p:cSld>
  <p:clrMapOvr>
    <a:masterClrMapping/>
  </p:clrMapOvr>
</p:sld>
</file>

<file path=ppt/theme/theme1.xml><?xml version="1.0" encoding="utf-8"?>
<a:theme xmlns:a="http://schemas.openxmlformats.org/drawingml/2006/main" name="1_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4823</TotalTime>
  <Words>454</Words>
  <Application>Microsoft Office PowerPoint</Application>
  <PresentationFormat>Affichage à l'écran (4:3)</PresentationFormat>
  <Paragraphs>74</Paragraphs>
  <Slides>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Arial</vt:lpstr>
      <vt:lpstr>Arial Narrow</vt:lpstr>
      <vt:lpstr>Arial Nova</vt:lpstr>
      <vt:lpstr>Calibri</vt:lpstr>
      <vt:lpstr>Franklin Gothic Book</vt:lpstr>
      <vt:lpstr>1_Conception personnalisée</vt:lpstr>
      <vt:lpstr>CEJM</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Astrid PRANGE</dc:creator>
  <cp:lastModifiedBy>oscar bonant</cp:lastModifiedBy>
  <cp:revision>206</cp:revision>
  <dcterms:created xsi:type="dcterms:W3CDTF">2018-04-06T08:11:47Z</dcterms:created>
  <dcterms:modified xsi:type="dcterms:W3CDTF">2026-09-02T10:15:24Z</dcterms:modified>
</cp:coreProperties>
</file>